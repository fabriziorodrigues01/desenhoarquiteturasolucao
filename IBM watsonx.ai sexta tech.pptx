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13716000" cx="24387175"/>
  <p:notesSz cx="6858000" cy="9144000"/>
  <p:embeddedFontLst>
    <p:embeddedFont>
      <p:font typeface="IBM Plex Sans"/>
      <p:regular r:id="rId27"/>
      <p:bold r:id="rId28"/>
      <p:italic r:id="rId29"/>
      <p:boldItalic r:id="rId30"/>
    </p:embeddedFont>
    <p:embeddedFont>
      <p:font typeface="IBM Plex Sans Light"/>
      <p:regular r:id="rId31"/>
      <p:bold r:id="rId32"/>
      <p:italic r:id="rId33"/>
      <p:boldItalic r:id="rId34"/>
    </p:embeddedFont>
    <p:embeddedFont>
      <p:font typeface="Nunito"/>
      <p:regular r:id="rId35"/>
      <p:bold r:id="rId36"/>
      <p:italic r:id="rId37"/>
      <p:boldItalic r:id="rId38"/>
    </p:embeddedFont>
    <p:embeddedFont>
      <p:font typeface="Lato"/>
      <p:regular r:id="rId39"/>
      <p:bold r:id="rId40"/>
      <p:italic r:id="rId41"/>
      <p:boldItalic r:id="rId42"/>
    </p:embeddedFont>
    <p:embeddedFont>
      <p:font typeface="Quattrocento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i3ucOGNTGwhMmOVZbylm76ghnK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20" Type="http://schemas.openxmlformats.org/officeDocument/2006/relationships/slide" Target="slides/slide16.xml"/><Relationship Id="rId42" Type="http://schemas.openxmlformats.org/officeDocument/2006/relationships/font" Target="fonts/Lato-boldItalic.fntdata"/><Relationship Id="rId41" Type="http://schemas.openxmlformats.org/officeDocument/2006/relationships/font" Target="fonts/Lato-italic.fntdata"/><Relationship Id="rId22" Type="http://schemas.openxmlformats.org/officeDocument/2006/relationships/slide" Target="slides/slide18.xml"/><Relationship Id="rId44" Type="http://schemas.openxmlformats.org/officeDocument/2006/relationships/font" Target="fonts/QuattrocentoSans-bold.fntdata"/><Relationship Id="rId21" Type="http://schemas.openxmlformats.org/officeDocument/2006/relationships/slide" Target="slides/slide17.xml"/><Relationship Id="rId43" Type="http://schemas.openxmlformats.org/officeDocument/2006/relationships/font" Target="fonts/QuattrocentoSans-regular.fntdata"/><Relationship Id="rId24" Type="http://schemas.openxmlformats.org/officeDocument/2006/relationships/slide" Target="slides/slide20.xml"/><Relationship Id="rId46" Type="http://schemas.openxmlformats.org/officeDocument/2006/relationships/font" Target="fonts/QuattrocentoSans-boldItalic.fntdata"/><Relationship Id="rId23" Type="http://schemas.openxmlformats.org/officeDocument/2006/relationships/slide" Target="slides/slide19.xml"/><Relationship Id="rId45" Type="http://schemas.openxmlformats.org/officeDocument/2006/relationships/font" Target="fonts/QuattrocentoSa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customschemas.google.com/relationships/presentationmetadata" Target="metadata"/><Relationship Id="rId28" Type="http://schemas.openxmlformats.org/officeDocument/2006/relationships/font" Target="fonts/IBMPlexSans-bold.fntdata"/><Relationship Id="rId27" Type="http://schemas.openxmlformats.org/officeDocument/2006/relationships/font" Target="fonts/IBMPlexSa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BMPlexSans-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BMPlexSansLight-regular.fntdata"/><Relationship Id="rId30" Type="http://schemas.openxmlformats.org/officeDocument/2006/relationships/font" Target="fonts/IBMPlexSans-boldItalic.fntdata"/><Relationship Id="rId11" Type="http://schemas.openxmlformats.org/officeDocument/2006/relationships/slide" Target="slides/slide7.xml"/><Relationship Id="rId33" Type="http://schemas.openxmlformats.org/officeDocument/2006/relationships/font" Target="fonts/IBMPlexSansLight-italic.fntdata"/><Relationship Id="rId10" Type="http://schemas.openxmlformats.org/officeDocument/2006/relationships/slide" Target="slides/slide6.xml"/><Relationship Id="rId32" Type="http://schemas.openxmlformats.org/officeDocument/2006/relationships/font" Target="fonts/IBMPlexSansLight-bold.fntdata"/><Relationship Id="rId13" Type="http://schemas.openxmlformats.org/officeDocument/2006/relationships/slide" Target="slides/slide9.xml"/><Relationship Id="rId35" Type="http://schemas.openxmlformats.org/officeDocument/2006/relationships/font" Target="fonts/Nunito-regular.fntdata"/><Relationship Id="rId12" Type="http://schemas.openxmlformats.org/officeDocument/2006/relationships/slide" Target="slides/slide8.xml"/><Relationship Id="rId34" Type="http://schemas.openxmlformats.org/officeDocument/2006/relationships/font" Target="fonts/IBMPlexSansLight-boldItalic.fntdata"/><Relationship Id="rId15" Type="http://schemas.openxmlformats.org/officeDocument/2006/relationships/slide" Target="slides/slide11.xml"/><Relationship Id="rId37" Type="http://schemas.openxmlformats.org/officeDocument/2006/relationships/font" Target="fonts/Nunito-italic.fntdata"/><Relationship Id="rId14" Type="http://schemas.openxmlformats.org/officeDocument/2006/relationships/slide" Target="slides/slide10.xml"/><Relationship Id="rId36" Type="http://schemas.openxmlformats.org/officeDocument/2006/relationships/font" Target="fonts/Nunito-bold.fntdata"/><Relationship Id="rId17" Type="http://schemas.openxmlformats.org/officeDocument/2006/relationships/slide" Target="slides/slide13.xml"/><Relationship Id="rId39" Type="http://schemas.openxmlformats.org/officeDocument/2006/relationships/font" Target="fonts/Lato-regular.fntdata"/><Relationship Id="rId16" Type="http://schemas.openxmlformats.org/officeDocument/2006/relationships/slide" Target="slides/slide12.xml"/><Relationship Id="rId38" Type="http://schemas.openxmlformats.org/officeDocument/2006/relationships/font" Target="fonts/Nunito-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6710" y="228600"/>
            <a:ext cx="6419088" cy="361232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SzPts val="1400"/>
              <a:buNone/>
              <a:defRPr b="0" i="0" sz="1000" u="none" cap="none" strike="noStrike">
                <a:solidFill>
                  <a:schemeClr val="lt1"/>
                </a:solidFill>
                <a:latin typeface="IBM Plex Sans Light"/>
                <a:ea typeface="IBM Plex Sans Light"/>
                <a:cs typeface="IBM Plex Sans Light"/>
                <a:sym typeface="IBM Plex Sans Light"/>
              </a:defRPr>
            </a:lvl1pPr>
            <a:lvl2pPr indent="-292100" lvl="1" marL="914400" marR="0" rtl="0" algn="l">
              <a:lnSpc>
                <a:spcPct val="110000"/>
              </a:lnSpc>
              <a:spcBef>
                <a:spcPts val="0"/>
              </a:spcBef>
              <a:spcAft>
                <a:spcPts val="0"/>
              </a:spcAft>
              <a:buClr>
                <a:schemeClr val="lt1"/>
              </a:buClr>
              <a:buSzPts val="1000"/>
              <a:buFont typeface="Arial"/>
              <a:buChar char="•"/>
              <a:defRPr b="0" i="0" sz="1000" u="none" cap="none" strike="noStrike">
                <a:solidFill>
                  <a:schemeClr val="lt1"/>
                </a:solidFill>
                <a:latin typeface="IBM Plex Sans Light"/>
                <a:ea typeface="IBM Plex Sans Light"/>
                <a:cs typeface="IBM Plex Sans Light"/>
                <a:sym typeface="IBM Plex Sans Light"/>
              </a:defRPr>
            </a:lvl2pPr>
            <a:lvl3pPr indent="-292100" lvl="2" marL="1371600" marR="0" rtl="0" algn="l">
              <a:lnSpc>
                <a:spcPct val="110000"/>
              </a:lnSpc>
              <a:spcBef>
                <a:spcPts val="0"/>
              </a:spcBef>
              <a:spcAft>
                <a:spcPts val="0"/>
              </a:spcAft>
              <a:buClr>
                <a:schemeClr val="lt1"/>
              </a:buClr>
              <a:buSzPts val="1000"/>
              <a:buFont typeface="Arial"/>
              <a:buChar char="•"/>
              <a:defRPr b="0" i="0" sz="1000" u="none" cap="none" strike="noStrike">
                <a:solidFill>
                  <a:schemeClr val="lt1"/>
                </a:solidFill>
                <a:latin typeface="IBM Plex Sans Light"/>
                <a:ea typeface="IBM Plex Sans Light"/>
                <a:cs typeface="IBM Plex Sans Light"/>
                <a:sym typeface="IBM Plex Sans Light"/>
              </a:defRPr>
            </a:lvl3pPr>
            <a:lvl4pPr indent="-292100" lvl="3" marL="1828800" marR="0" rtl="0" algn="l">
              <a:lnSpc>
                <a:spcPct val="110000"/>
              </a:lnSpc>
              <a:spcBef>
                <a:spcPts val="0"/>
              </a:spcBef>
              <a:spcAft>
                <a:spcPts val="0"/>
              </a:spcAft>
              <a:buClr>
                <a:schemeClr val="lt1"/>
              </a:buClr>
              <a:buSzPts val="1000"/>
              <a:buFont typeface="Arial"/>
              <a:buChar char="•"/>
              <a:defRPr b="0" i="0" sz="1000" u="none" cap="none" strike="noStrike">
                <a:solidFill>
                  <a:schemeClr val="lt1"/>
                </a:solidFill>
                <a:latin typeface="IBM Plex Sans Light"/>
                <a:ea typeface="IBM Plex Sans Light"/>
                <a:cs typeface="IBM Plex Sans Light"/>
                <a:sym typeface="IBM Plex Sans Light"/>
              </a:defRPr>
            </a:lvl4pPr>
            <a:lvl5pPr indent="-355600" lvl="4" marL="2286000" marR="0" rtl="0" algn="l">
              <a:lnSpc>
                <a:spcPct val="100000"/>
              </a:lnSpc>
              <a:spcBef>
                <a:spcPts val="1600"/>
              </a:spcBef>
              <a:spcAft>
                <a:spcPts val="0"/>
              </a:spcAft>
              <a:buClr>
                <a:srgbClr val="000000"/>
              </a:buClr>
              <a:buSzPts val="2000"/>
              <a:buFont typeface="IBM Plex Sans Light"/>
              <a:buChar char="»"/>
              <a:defRPr b="0" i="0" sz="2000" u="none" cap="none" strike="noStrike">
                <a:solidFill>
                  <a:schemeClr val="lt1"/>
                </a:solidFill>
                <a:latin typeface="IBM Plex Sans Light"/>
                <a:ea typeface="IBM Plex Sans Light"/>
                <a:cs typeface="IBM Plex Sans Light"/>
                <a:sym typeface="IBM Plex Sans Light"/>
              </a:defRPr>
            </a:lvl5pPr>
            <a:lvl6pPr indent="-228600" lvl="5" marL="2743200" marR="0" rtl="0" algn="l">
              <a:spcBef>
                <a:spcPts val="0"/>
              </a:spcBef>
              <a:spcAft>
                <a:spcPts val="0"/>
              </a:spcAft>
              <a:buSzPts val="1400"/>
              <a:buNone/>
              <a:defRPr b="0" i="0" sz="3200" u="none" cap="none" strike="noStrike">
                <a:solidFill>
                  <a:schemeClr val="dk1"/>
                </a:solidFill>
                <a:latin typeface="IBM Plex Sans Light"/>
                <a:ea typeface="IBM Plex Sans Light"/>
                <a:cs typeface="IBM Plex Sans Light"/>
                <a:sym typeface="IBM Plex Sans Light"/>
              </a:defRPr>
            </a:lvl6pPr>
            <a:lvl7pPr indent="-228600" lvl="6" marL="3200400" marR="0" rtl="0" algn="l">
              <a:spcBef>
                <a:spcPts val="0"/>
              </a:spcBef>
              <a:spcAft>
                <a:spcPts val="0"/>
              </a:spcAft>
              <a:buSzPts val="1400"/>
              <a:buNone/>
              <a:defRPr b="0" i="0" sz="3200" u="none" cap="none" strike="noStrike">
                <a:solidFill>
                  <a:schemeClr val="dk1"/>
                </a:solidFill>
                <a:latin typeface="IBM Plex Sans Light"/>
                <a:ea typeface="IBM Plex Sans Light"/>
                <a:cs typeface="IBM Plex Sans Light"/>
                <a:sym typeface="IBM Plex Sans Light"/>
              </a:defRPr>
            </a:lvl7pPr>
            <a:lvl8pPr indent="-228600" lvl="7" marL="3657600" marR="0" rtl="0" algn="l">
              <a:spcBef>
                <a:spcPts val="0"/>
              </a:spcBef>
              <a:spcAft>
                <a:spcPts val="0"/>
              </a:spcAft>
              <a:buSzPts val="1400"/>
              <a:buNone/>
              <a:defRPr b="0" i="0" sz="3200" u="none" cap="none" strike="noStrike">
                <a:solidFill>
                  <a:schemeClr val="dk1"/>
                </a:solidFill>
                <a:latin typeface="IBM Plex Sans Light"/>
                <a:ea typeface="IBM Plex Sans Light"/>
                <a:cs typeface="IBM Plex Sans Light"/>
                <a:sym typeface="IBM Plex Sans Light"/>
              </a:defRPr>
            </a:lvl8pPr>
            <a:lvl9pPr indent="-228600" lvl="8" marL="4114800" marR="0" rtl="0" algn="l">
              <a:spcBef>
                <a:spcPts val="0"/>
              </a:spcBef>
              <a:spcAft>
                <a:spcPts val="0"/>
              </a:spcAft>
              <a:buSzPts val="1400"/>
              <a:buNone/>
              <a:defRPr b="0" i="0" sz="3200" u="none" cap="none" strike="noStrike">
                <a:solidFill>
                  <a:schemeClr val="dk1"/>
                </a:solidFill>
                <a:latin typeface="IBM Plex Sans Light"/>
                <a:ea typeface="IBM Plex Sans Light"/>
                <a:cs typeface="IBM Plex Sans Light"/>
                <a:sym typeface="IBM Plex Sans Light"/>
              </a:defRPr>
            </a:lvl9pPr>
          </a:lstStyle>
          <a:p/>
        </p:txBody>
      </p:sp>
      <p:sp>
        <p:nvSpPr>
          <p:cNvPr id="5" name="Google Shape;5;n"/>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600" u="none" cap="none" strike="noStrike">
                <a:solidFill>
                  <a:schemeClr val="lt1"/>
                </a:solidFill>
                <a:latin typeface="IBM Plex Sans Light"/>
                <a:ea typeface="IBM Plex Sans Light"/>
                <a:cs typeface="IBM Plex Sans Light"/>
                <a:sym typeface="IBM Plex Sans Light"/>
              </a:rPr>
              <a:t>‹#›</a:t>
            </a:fld>
            <a:endParaRPr b="0" i="0" sz="600" u="none" cap="none" strike="noStrike">
              <a:solidFill>
                <a:schemeClr val="lt1"/>
              </a:solidFill>
              <a:latin typeface="IBM Plex Sans Light"/>
              <a:ea typeface="IBM Plex Sans Light"/>
              <a:cs typeface="IBM Plex Sans Light"/>
              <a:sym typeface="IBM Plex Sans Light"/>
            </a:endParaRPr>
          </a:p>
        </p:txBody>
      </p:sp>
      <p:sp>
        <p:nvSpPr>
          <p:cNvPr id="6" name="Google Shape;6;n"/>
          <p:cNvSpPr txBox="1"/>
          <p:nvPr>
            <p:ph idx="11" type="ftr"/>
          </p:nvPr>
        </p:nvSpPr>
        <p:spPr>
          <a:xfrm>
            <a:off x="219456" y="8705088"/>
            <a:ext cx="3657600" cy="22860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600" u="none" cap="none" strike="noStrike">
                <a:solidFill>
                  <a:schemeClr val="lt1"/>
                </a:solidFill>
                <a:latin typeface="IBM Plex Sans Light"/>
                <a:ea typeface="IBM Plex Sans Light"/>
                <a:cs typeface="IBM Plex Sans Light"/>
                <a:sym typeface="IBM Plex Sans Light"/>
              </a:defRPr>
            </a:lvl1pPr>
            <a:lvl2pPr lvl="1"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2pPr>
            <a:lvl3pPr lvl="2"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3pPr>
            <a:lvl4pPr lvl="3"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4pPr>
            <a:lvl5pPr lvl="4"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5pPr>
            <a:lvl6pPr lvl="5"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6pPr>
            <a:lvl7pPr lvl="6"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7pPr>
            <a:lvl8pPr lvl="7"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8pPr>
            <a:lvl9pPr lvl="8" marR="0" rtl="0" algn="l">
              <a:spcBef>
                <a:spcPts val="0"/>
              </a:spcBef>
              <a:spcAft>
                <a:spcPts val="0"/>
              </a:spcAft>
              <a:buSzPts val="1400"/>
              <a:buNone/>
              <a:defRPr b="0" i="0" sz="3600" u="none" cap="none" strike="noStrike">
                <a:solidFill>
                  <a:schemeClr val="dk1"/>
                </a:solidFill>
                <a:latin typeface="IBM Plex Sans Light"/>
                <a:ea typeface="IBM Plex Sans Light"/>
                <a:cs typeface="IBM Plex Sans Light"/>
                <a:sym typeface="IBM Plex Sans Light"/>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lang="en-US" sz="1000">
                <a:latin typeface="IBM Plex Sans Light"/>
                <a:ea typeface="IBM Plex Sans Light"/>
                <a:cs typeface="IBM Plex Sans Light"/>
                <a:sym typeface="IBM Plex Sans Light"/>
              </a:rPr>
              <a:t>O Watsonx </a:t>
            </a:r>
            <a:r>
              <a:rPr b="0" lang="en-US" sz="1000">
                <a:latin typeface="IBM Plex Sans Light"/>
                <a:ea typeface="IBM Plex Sans Light"/>
                <a:cs typeface="IBM Plex Sans Light"/>
                <a:sym typeface="IBM Plex Sans Light"/>
              </a:rPr>
              <a:t>é uma nova plataforma de inteligência artificial (IA) e dados da IBM projetada com os três elementos críticos de uma estratégia de IA em mente: IA, dados e governança. Ele capacita as empresas a treinar, validar, ajustar e implantar IA em seus negócios, aproveitando dados críticos e confiáveis onde quer que residam. Essa plataforma tem três componentes que mapeiam os três elementos críticos das necessidades da plataforma de IA: </a:t>
            </a:r>
            <a:r>
              <a:rPr b="1" lang="en-US" sz="1000">
                <a:latin typeface="IBM Plex Sans Light"/>
                <a:ea typeface="IBM Plex Sans Light"/>
                <a:cs typeface="IBM Plex Sans Light"/>
                <a:sym typeface="IBM Plex Sans Light"/>
              </a:rPr>
              <a:t>watsonx.ai, watsonx.data e watsonx.governance</a:t>
            </a:r>
            <a:endParaRPr b="0" sz="1000">
              <a:latin typeface="IBM Plex Sans Light"/>
              <a:ea typeface="IBM Plex Sans Light"/>
              <a:cs typeface="IBM Plex Sans Light"/>
              <a:sym typeface="IBM Plex Sans Light"/>
            </a:endParaRPr>
          </a:p>
          <a:p>
            <a:pPr indent="0" lvl="0" marL="0" marR="0" rtl="0" algn="l">
              <a:lnSpc>
                <a:spcPct val="110000"/>
              </a:lnSpc>
              <a:spcBef>
                <a:spcPts val="0"/>
              </a:spcBef>
              <a:spcAft>
                <a:spcPts val="0"/>
              </a:spcAft>
              <a:buClr>
                <a:schemeClr val="lt1"/>
              </a:buClr>
              <a:buSzPts val="1000"/>
              <a:buFont typeface="Arial"/>
              <a:buNone/>
            </a:pPr>
            <a:r>
              <a:rPr b="0" lang="en-US" sz="1000">
                <a:latin typeface="IBM Plex Sans Light"/>
                <a:ea typeface="IBM Plex Sans Light"/>
                <a:cs typeface="IBM Plex Sans Light"/>
                <a:sym typeface="IBM Plex Sans Light"/>
              </a:rPr>
              <a:t>O foco desta apresentação está no </a:t>
            </a:r>
            <a:r>
              <a:rPr b="1" lang="en-US" sz="1000">
                <a:latin typeface="IBM Plex Sans Light"/>
                <a:ea typeface="IBM Plex Sans Light"/>
                <a:cs typeface="IBM Plex Sans Light"/>
                <a:sym typeface="IBM Plex Sans Light"/>
              </a:rPr>
              <a:t>watsonx.ai</a:t>
            </a:r>
            <a:r>
              <a:rPr b="0" lang="en-US" sz="1000">
                <a:latin typeface="IBM Plex Sans Light"/>
                <a:ea typeface="IBM Plex Sans Light"/>
                <a:cs typeface="IBM Plex Sans Light"/>
                <a:sym typeface="IBM Plex Sans Light"/>
              </a:rPr>
              <a:t>, um estúdio que os clientes podem usar para treinar, validar, ajustar e implantar modelos de aprendizado de máquina (ML) e IA tradicional, bem como modelos de base (FMs) para IA generativa. Esses modelos combinam as melhores arquiteturas do setor com um foco rigoroso na aquisição, procedência e qualidade de dados, para atender às necessidades corporativas.</a:t>
            </a:r>
            <a:endParaRPr>
              <a:latin typeface="IBM Plex Sans Light"/>
              <a:ea typeface="IBM Plex Sans Light"/>
              <a:cs typeface="IBM Plex Sans Light"/>
              <a:sym typeface="IBM Plex Sans Light"/>
            </a:endParaRPr>
          </a:p>
        </p:txBody>
      </p:sp>
      <p:sp>
        <p:nvSpPr>
          <p:cNvPr id="376" name="Google Shape;376;p1: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notes"/>
          <p:cNvSpPr/>
          <p:nvPr>
            <p:ph idx="2" type="sldImg"/>
          </p:nvPr>
        </p:nvSpPr>
        <p:spPr>
          <a:xfrm>
            <a:off x="206375" y="20955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2: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latin typeface="IBM Plex Sans Light"/>
              <a:ea typeface="IBM Plex Sans Light"/>
              <a:cs typeface="IBM Plex Sans Light"/>
              <a:sym typeface="IBM Plex Sans Light"/>
            </a:endParaRPr>
          </a:p>
        </p:txBody>
      </p:sp>
      <p:sp>
        <p:nvSpPr>
          <p:cNvPr id="383" name="Google Shape;383;p2: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84" name="Google Shape;384;p2:notes"/>
          <p:cNvSpPr txBox="1"/>
          <p:nvPr/>
        </p:nvSpPr>
        <p:spPr>
          <a:xfrm flipH="1" rot="10800000">
            <a:off x="6794499" y="6596381"/>
            <a:ext cx="45719" cy="45719"/>
          </a:xfrm>
          <a:prstGeom prst="rect">
            <a:avLst/>
          </a:prstGeom>
          <a:noFill/>
          <a:ln>
            <a:noFill/>
          </a:ln>
        </p:spPr>
        <p:txBody>
          <a:bodyPr anchorCtr="0" anchor="t" bIns="0" lIns="0" spcFirstLastPara="1" rIns="0" wrap="square" tIns="0">
            <a:noAutofit/>
          </a:bodyPr>
          <a:lstStyle/>
          <a:p>
            <a:pPr indent="-215865" lvl="0" marL="444465" marR="0" rtl="0" algn="l">
              <a:spcBef>
                <a:spcPts val="0"/>
              </a:spcBef>
              <a:spcAft>
                <a:spcPts val="0"/>
              </a:spcAft>
              <a:buClr>
                <a:schemeClr val="dk1"/>
              </a:buClr>
              <a:buSzPts val="3600"/>
              <a:buFont typeface="IBM Plex Sans Light"/>
              <a:buNone/>
            </a:pPr>
            <a:r>
              <a:t/>
            </a:r>
            <a:endParaRPr b="0" i="0" sz="3600" u="none" cap="none" strike="noStrike">
              <a:solidFill>
                <a:srgbClr val="000000"/>
              </a:solidFill>
              <a:latin typeface="IBM Plex Sans Light"/>
              <a:ea typeface="IBM Plex Sans Light"/>
              <a:cs typeface="IBM Plex Sans Light"/>
              <a:sym typeface="IBM Plex Sans 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3: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latin typeface="IBM Plex Sans Light"/>
              <a:ea typeface="IBM Plex Sans Light"/>
              <a:cs typeface="IBM Plex Sans Light"/>
              <a:sym typeface="IBM Plex Sans Light"/>
            </a:endParaRPr>
          </a:p>
        </p:txBody>
      </p:sp>
      <p:sp>
        <p:nvSpPr>
          <p:cNvPr id="392" name="Google Shape;392;p3: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4:notes"/>
          <p:cNvSpPr txBox="1"/>
          <p:nvPr>
            <p:ph idx="1" type="body"/>
          </p:nvPr>
        </p:nvSpPr>
        <p:spPr>
          <a:xfrm>
            <a:off x="206710" y="4080464"/>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Os modelos de fundação (FMs) são diferentes dos modelos tradicionais de IA. Enquanto os modelos tradicionais de IA exigem treinamento supervisionado em dados rotulados, os FMs usam treinamento auto-supervisionado em um grande conjunto de dados não rotulados e não exigem dados rotulados. O aprendizado supervisionado é humano, requer rotulagem intensa e é difícil, difícil e caro. A inclinação auto-supervisionada é alimentada por computador, requer pouca rotulagem e é rápida, automatizada e eficiente. (Consulte o slide de backup para obter mais detalhes sobre a diferença entre aprendizado supervisionado e auto-supervisionado.)</a:t>
            </a:r>
            <a:endParaRPr/>
          </a:p>
          <a:p>
            <a:pPr indent="0" lvl="0" marL="0" rtl="0" algn="l">
              <a:lnSpc>
                <a:spcPct val="110000"/>
              </a:lnSpc>
              <a:spcBef>
                <a:spcPts val="0"/>
              </a:spcBef>
              <a:spcAft>
                <a:spcPts val="0"/>
              </a:spcAft>
              <a:buNone/>
            </a:pPr>
            <a:r>
              <a:t/>
            </a:r>
            <a:endParaRPr>
              <a:latin typeface="IBM Plex Sans Light"/>
              <a:ea typeface="IBM Plex Sans Light"/>
              <a:cs typeface="IBM Plex Sans Light"/>
              <a:sym typeface="IBM Plex Sans Light"/>
            </a:endParaRPr>
          </a:p>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O que o ChatGPT fez foi popularizar a tecnologia e mostrou um pouco do seu potencial. FMs, em particular modelos de linguagem grande (LLMs) são bons em muitas coisas. Especificamente, eles</a:t>
            </a:r>
            <a:endParaRPr>
              <a:latin typeface="IBM Plex Sans Light"/>
              <a:ea typeface="IBM Plex Sans Light"/>
              <a:cs typeface="IBM Plex Sans Light"/>
              <a:sym typeface="IBM Plex Sans Light"/>
            </a:endParaRPr>
          </a:p>
          <a:p>
            <a:pPr indent="-171450" lvl="0" marL="171450" rtl="0" algn="l">
              <a:lnSpc>
                <a:spcPct val="110000"/>
              </a:lnSpc>
              <a:spcBef>
                <a:spcPts val="0"/>
              </a:spcBef>
              <a:spcAft>
                <a:spcPts val="0"/>
              </a:spcAft>
              <a:buClr>
                <a:schemeClr val="lt1"/>
              </a:buClr>
              <a:buSzPts val="1000"/>
              <a:buFont typeface="Arial"/>
              <a:buChar char="•"/>
            </a:pPr>
            <a:r>
              <a:rPr lang="en-US">
                <a:latin typeface="IBM Plex Sans Light"/>
                <a:ea typeface="IBM Plex Sans Light"/>
                <a:cs typeface="IBM Plex Sans Light"/>
                <a:sym typeface="IBM Plex Sans Light"/>
              </a:rPr>
              <a:t>São bons em executar tarefas de perguntas e respostas (Q&amp;A) – os usuários podem levantar perguntas aleatórias no ChatGPT e obter respostas muito boas.</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Pode resumir um grande corpo de textos.</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Pode gerar novo conteúdo como uma história e pode ser instruído a escrever em um estilo específico.</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Excel em tarefas gerais de processamento de linguagem natural (NLP).</a:t>
            </a:r>
            <a:endParaRPr b="0">
              <a:latin typeface="IBM Plex Sans Light"/>
              <a:ea typeface="IBM Plex Sans Light"/>
              <a:cs typeface="IBM Plex Sans Light"/>
              <a:sym typeface="IBM Plex Sans Light"/>
            </a:endParaRPr>
          </a:p>
          <a:p>
            <a:pPr indent="0" lvl="0" marL="0" rtl="0" algn="l">
              <a:lnSpc>
                <a:spcPct val="110000"/>
              </a:lnSpc>
              <a:spcBef>
                <a:spcPts val="0"/>
              </a:spcBef>
              <a:spcAft>
                <a:spcPts val="0"/>
              </a:spcAft>
              <a:buClr>
                <a:schemeClr val="lt1"/>
              </a:buClr>
              <a:buSzPts val="1000"/>
              <a:buFont typeface="Arial"/>
              <a:buNone/>
            </a:pPr>
            <a:r>
              <a:rPr b="0" lang="en-US">
                <a:latin typeface="IBM Plex Sans Light"/>
                <a:ea typeface="IBM Plex Sans Light"/>
                <a:cs typeface="IBM Plex Sans Light"/>
                <a:sym typeface="IBM Plex Sans Light"/>
              </a:rPr>
              <a:t>Mas as FMs podem muito mais, desde várias tarefas de PNL, como resumir, extrair, fazer perguntas e respostas, gerar código e para uso geral, até aplicativos específicos de domínio em finanças, segurança cibernética e muito mais. Dado o seu notável desempenho e extensibilidade a uma ampla gama de tarefas, está trazendo um ponto de inflexão na IA. A forma como as empresas adotam o FM e executam a IA generativa terá um impacto significativo no sucesso futuro.</a:t>
            </a:r>
            <a:endParaRPr/>
          </a:p>
          <a:p>
            <a:pPr indent="0" lvl="0" marL="0" rtl="0" algn="l">
              <a:lnSpc>
                <a:spcPct val="110000"/>
              </a:lnSpc>
              <a:spcBef>
                <a:spcPts val="0"/>
              </a:spcBef>
              <a:spcAft>
                <a:spcPts val="0"/>
              </a:spcAft>
              <a:buClr>
                <a:schemeClr val="lt1"/>
              </a:buClr>
              <a:buSzPts val="1000"/>
              <a:buFont typeface="Arial"/>
              <a:buNone/>
            </a:pPr>
            <a:r>
              <a:rPr b="0" lang="en-US">
                <a:latin typeface="IBM Plex Sans Light"/>
                <a:ea typeface="IBM Plex Sans Light"/>
                <a:cs typeface="IBM Plex Sans Light"/>
                <a:sym typeface="IBM Plex Sans Light"/>
              </a:rPr>
              <a:t>Ele determinará:</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 Se as empresas podem desbloquear valor do FM e da IA generativa</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 Se as empresas podem criar valor para seus clientes</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 Se as empresas podem criar e liberar inovação em escala com velocidade para seus clientes de valor e para saltar à frente da concorrência</a:t>
            </a:r>
            <a:endParaRPr>
              <a:latin typeface="IBM Plex Sans Light"/>
              <a:ea typeface="IBM Plex Sans Light"/>
              <a:cs typeface="IBM Plex Sans Light"/>
              <a:sym typeface="IBM Plex Sans Light"/>
            </a:endParaRPr>
          </a:p>
        </p:txBody>
      </p:sp>
      <p:sp>
        <p:nvSpPr>
          <p:cNvPr id="404" name="Google Shape;404;p4: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IBM Plex Sans Light"/>
              <a:buNone/>
            </a:pPr>
            <a:fld id="{00000000-1234-1234-1234-123412341234}" type="slidenum">
              <a:rPr b="0" i="0" lang="en-US" u="none" cap="none" strike="noStrike">
                <a:solidFill>
                  <a:srgbClr val="000000"/>
                </a:solidFill>
                <a:latin typeface="IBM Plex Sans Light"/>
                <a:ea typeface="IBM Plex Sans Light"/>
                <a:cs typeface="IBM Plex Sans Light"/>
                <a:sym typeface="IBM Plex Sans Light"/>
              </a:rPr>
              <a:t>‹#›</a:t>
            </a:fld>
            <a:endParaRPr b="0" i="0" u="none" cap="none" strike="noStrike">
              <a:solidFill>
                <a:srgbClr val="000000"/>
              </a:solidFill>
              <a:latin typeface="IBM Plex Sans Light"/>
              <a:ea typeface="IBM Plex Sans Light"/>
              <a:cs typeface="IBM Plex Sans Light"/>
              <a:sym typeface="IBM Plex Sans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5: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a:t>Para sua informação, este slide pode parecer estranho, mas foi gerado com a ajusda do Watson.X. Isso é apontado no próximo slide.</a:t>
            </a:r>
            <a:endParaRPr/>
          </a:p>
          <a:p>
            <a:pPr indent="0" lvl="0" marL="0" rtl="0" algn="l">
              <a:lnSpc>
                <a:spcPct val="110000"/>
              </a:lnSpc>
              <a:spcBef>
                <a:spcPts val="0"/>
              </a:spcBef>
              <a:spcAft>
                <a:spcPts val="0"/>
              </a:spcAft>
              <a:buNone/>
            </a:pPr>
            <a:r>
              <a:rPr lang="en-US"/>
              <a:t>Se Você quiser fazer você mesmo,  Acesse o portal do IBM Consulting Advantage (https://servicesessentials.ibm.com/launchpad) e peça a ela para escrever um slide sobre IA generativa para um curso de treinamento. E Veja o resultado inclusive podendo testar em vários modelos.</a:t>
            </a:r>
            <a:endParaRPr/>
          </a:p>
          <a:p>
            <a:pPr indent="0" lvl="0" marL="0" rtl="0" algn="l">
              <a:lnSpc>
                <a:spcPct val="110000"/>
              </a:lnSpc>
              <a:spcBef>
                <a:spcPts val="0"/>
              </a:spcBef>
              <a:spcAft>
                <a:spcPts val="0"/>
              </a:spcAft>
              <a:buNone/>
            </a:pPr>
            <a:r>
              <a:rPr lang="en-US"/>
              <a:t>Este slide serve como um exemplo do que a IA generativa pode fazer.</a:t>
            </a:r>
            <a:endParaRPr/>
          </a:p>
        </p:txBody>
      </p:sp>
      <p:sp>
        <p:nvSpPr>
          <p:cNvPr id="414" name="Google Shape;414;p5: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6: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p>
        </p:txBody>
      </p:sp>
      <p:sp>
        <p:nvSpPr>
          <p:cNvPr id="422" name="Google Shape;422;p6: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7: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7: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Eles foram treinados em grandes quantidades de dados e usam probabilidades para adivinhar qual será a próxima palavra quando respondem a uma consulta.</a:t>
            </a:r>
            <a:endParaRPr/>
          </a:p>
        </p:txBody>
      </p:sp>
      <p:sp>
        <p:nvSpPr>
          <p:cNvPr id="436" name="Google Shape;436;p7: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8: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8: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p>
        </p:txBody>
      </p:sp>
      <p:sp>
        <p:nvSpPr>
          <p:cNvPr id="445" name="Google Shape;445;p8: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9: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solidFill>
                <a:srgbClr val="000000"/>
              </a:solidFill>
              <a:latin typeface="IBM Plex Sans Light"/>
              <a:ea typeface="IBM Plex Sans Light"/>
              <a:cs typeface="IBM Plex Sans Light"/>
              <a:sym typeface="IBM Plex Sans 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0: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0: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b="0" i="0" lang="en-US" sz="1000">
                <a:solidFill>
                  <a:srgbClr val="000000"/>
                </a:solidFill>
                <a:latin typeface="Arial"/>
                <a:ea typeface="Arial"/>
                <a:cs typeface="Arial"/>
                <a:sym typeface="Arial"/>
              </a:rPr>
              <a:t>Aqui quero falar da plataforma Studio do watsonx que fornece acesso aos próprios modelos pré-treinados da IBM, bem como a um amplo catálogo de modelos de opensource.</a:t>
            </a:r>
            <a:endParaRPr sz="1000">
              <a:solidFill>
                <a:srgbClr val="000000"/>
              </a:solidFill>
              <a:latin typeface="Arial"/>
              <a:ea typeface="Arial"/>
              <a:cs typeface="Arial"/>
              <a:sym typeface="Arial"/>
            </a:endParaRPr>
          </a:p>
          <a:p>
            <a:pPr indent="0" lvl="0" marL="0" rtl="0" algn="l">
              <a:lnSpc>
                <a:spcPct val="110000"/>
              </a:lnSpc>
              <a:spcBef>
                <a:spcPts val="0"/>
              </a:spcBef>
              <a:spcAft>
                <a:spcPts val="0"/>
              </a:spcAft>
              <a:buNone/>
            </a:pPr>
            <a:r>
              <a:rPr b="0" i="0" lang="en-US" sz="1000">
                <a:solidFill>
                  <a:srgbClr val="000000"/>
                </a:solidFill>
                <a:latin typeface="Arial"/>
                <a:ea typeface="Arial"/>
                <a:cs typeface="Arial"/>
                <a:sym typeface="Arial"/>
              </a:rPr>
              <a:t>A plataforma tem três componentes principais:</a:t>
            </a:r>
            <a:r>
              <a:rPr b="1" i="0" lang="en-US" sz="1000">
                <a:solidFill>
                  <a:srgbClr val="121619"/>
                </a:solidFill>
                <a:latin typeface="IBM Plex Sans"/>
                <a:ea typeface="IBM Plex Sans"/>
                <a:cs typeface="IBM Plex Sans"/>
                <a:sym typeface="IBM Plex Sans"/>
              </a:rPr>
              <a:t>watsonx.ai, o Governance e o data</a:t>
            </a:r>
            <a:endParaRPr b="1">
              <a:latin typeface="IBM Plex Sans Light"/>
              <a:ea typeface="IBM Plex Sans Light"/>
              <a:cs typeface="IBM Plex Sans Light"/>
              <a:sym typeface="IBM Plex Sans Light"/>
            </a:endParaRPr>
          </a:p>
        </p:txBody>
      </p:sp>
      <p:sp>
        <p:nvSpPr>
          <p:cNvPr id="471" name="Google Shape;471;p10: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1: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1: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Não Podemos esquecer que é necessário uma conta na Cloud E a necessidade instancia de storage para poder trabalhar nele.</a:t>
            </a:r>
            <a:endParaRPr/>
          </a:p>
        </p:txBody>
      </p:sp>
      <p:sp>
        <p:nvSpPr>
          <p:cNvPr id="481" name="Google Shape;481;p11: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2: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12: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a:t>Um prompt é uma maneira de os clientes interagirem e instruirem os modelos de fundação para fornecer respostas. Na IA generativa, o modelo não está "respondendo", mas está "gerando" uma resposta com base na entrada e no que ela foi treinada. A forma de como se "pede" é que acaba fazendo com que o modelo traga resultados muito diferentes. O prompt engineering é a "arte" de avisar de maneiras que um modelo possa entender e responder melhor às solicitações do cliente.</a:t>
            </a:r>
            <a:br>
              <a:rPr lang="en-US">
                <a:latin typeface="IBM Plex Sans Light"/>
                <a:ea typeface="IBM Plex Sans Light"/>
                <a:cs typeface="IBM Plex Sans Light"/>
                <a:sym typeface="IBM Plex Sans Light"/>
              </a:rPr>
            </a:br>
            <a:r>
              <a:rPr b="1" lang="en-US">
                <a:latin typeface="IBM Plex Sans Light"/>
                <a:ea typeface="IBM Plex Sans Light"/>
                <a:cs typeface="IBM Plex Sans Light"/>
                <a:sym typeface="IBM Plex Sans Light"/>
              </a:rPr>
              <a:t>O prompt lab faz parte da interface do usuário (UI) watsonx.ai que permite que os usuários executem o nosso famoso prompt engineering e experimentem diferentes prompts em diferentes modelos (foundation modelo).</a:t>
            </a:r>
            <a:r>
              <a:rPr b="1" lang="en-US"/>
              <a:t> Você pode selecionar o modelo de interesse e experimentar diferentes prompts para ver o que funciona melhor para um modelo específico. Os clientes podem tentar diferentes "disparos" com prompts:</a:t>
            </a:r>
            <a:endParaRPr b="1">
              <a:latin typeface="IBM Plex Sans Light"/>
              <a:ea typeface="IBM Plex Sans Light"/>
              <a:cs typeface="IBM Plex Sans Light"/>
              <a:sym typeface="IBM Plex Sans Light"/>
            </a:endParaRPr>
          </a:p>
          <a:p>
            <a:pPr indent="-171450" lvl="1" marL="345600" rtl="0" algn="l">
              <a:lnSpc>
                <a:spcPct val="110000"/>
              </a:lnSpc>
              <a:spcBef>
                <a:spcPts val="0"/>
              </a:spcBef>
              <a:spcAft>
                <a:spcPts val="0"/>
              </a:spcAft>
              <a:buSzPts val="1000"/>
              <a:buChar char="•"/>
            </a:pPr>
            <a:r>
              <a:rPr b="1" lang="en-US">
                <a:latin typeface="IBM Plex Sans Light"/>
                <a:ea typeface="IBM Plex Sans Light"/>
                <a:cs typeface="IBM Plex Sans Light"/>
                <a:sym typeface="IBM Plex Sans Light"/>
              </a:rPr>
              <a:t>Solicitação zero-shot – simplesmente passando uma solicitação para o modelo sem informações adicionais. Alguns modelos (maiores) responderão melhor que outros, dependendo da solicitação.</a:t>
            </a:r>
            <a:br>
              <a:rPr b="1" lang="en-US">
                <a:latin typeface="IBM Plex Sans Light"/>
                <a:ea typeface="IBM Plex Sans Light"/>
                <a:cs typeface="IBM Plex Sans Light"/>
                <a:sym typeface="IBM Plex Sans Light"/>
              </a:rPr>
            </a:br>
            <a:r>
              <a:rPr b="1" lang="en-US">
                <a:latin typeface="IBM Plex Sans Light"/>
                <a:ea typeface="IBM Plex Sans Light"/>
                <a:cs typeface="IBM Plex Sans Light"/>
                <a:sym typeface="IBM Plex Sans Light"/>
              </a:rPr>
              <a:t>Solicitação de um ou poucos disparos – os clientes podem aprender a fornecer informações simples para orientar o modelo adequadamente à intenção do usuário de fornecer a melhor resposta. </a:t>
            </a:r>
            <a:r>
              <a:rPr b="0" lang="en-US">
                <a:latin typeface="IBM Plex Sans Light"/>
                <a:ea typeface="IBM Plex Sans Light"/>
                <a:cs typeface="IBM Plex Sans Light"/>
                <a:sym typeface="IBM Plex Sans Light"/>
              </a:rPr>
              <a:t> </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Os usuários menos experientes podem selecionar diferentes amostras de prompt do laboratório de prompt e aprender como os exemplos utilizam o ajuste de uma ou poucas tomadas. </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Os clientes podem definir vários parâmetros, tais como:</a:t>
            </a:r>
            <a:br>
              <a:rPr b="0" lang="en-US">
                <a:latin typeface="IBM Plex Sans Light"/>
                <a:ea typeface="IBM Plex Sans Light"/>
                <a:cs typeface="IBM Plex Sans Light"/>
                <a:sym typeface="IBM Plex Sans Light"/>
              </a:rPr>
            </a:b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Ganancioso vs Amostragem – com "ganancioso" a palavra/token com maior probabilidade é selecionada. A maioria dos modelos de linguagem grande (LLMs) operam dessa forma, é a forma mais simples de previsão da próxima palavra. Na amostragem, o modelo seleciona um token usando uma estratégia ponderada aleatoriamente nas probabilidades de todos os tokens, resultando na possibilidade de retornar uma resposta menos provável. Isso é usado para criatividade e para evitar a repetição de palavras, mas pode fazer com que o LLM "vagueie" por outras áreas.</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Parâmetros de amostragem </a:t>
            </a:r>
            <a:br>
              <a:rPr b="0" lang="en-US">
                <a:latin typeface="IBM Plex Sans Light"/>
                <a:ea typeface="IBM Plex Sans Light"/>
                <a:cs typeface="IBM Plex Sans Light"/>
                <a:sym typeface="IBM Plex Sans Light"/>
              </a:rPr>
            </a:b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Temperatura – em geral, quanto maior a temperatura, maior a aleatoriedade. Definir a temperatura como 0 significa que o modelo sempre retornará exatamente o mesmo resultado. Uma temperatura mais alta permite que o modelo considere outras probabilidades e cause alucinações.</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Top P – use isso para limitar a amostragem aleatória a previsões cujas probabilidades combinadas não excedam o limite (valor de P). Um valor Top P de 1 significa que tudo é considerado. Um valor de P Top mais baixo elimina as opções de probabilidade mais baixa.</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Top K – deixe o modelo selecionar apenas a partir dos principais resultados K. </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Penalidade de repetição – para evitar que o modelo gere frases repetidas</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Sequências de parada - diga ao modelo para parar de gerar mais saída assim que encontrar a sequência de parada especificada.</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Min/max novos tokens – o mínimo ou máximo de novos tokens usados na resposta – controlando o quão "detalhada" a resposta deve ser.</a:t>
            </a:r>
            <a:endParaRPr/>
          </a:p>
          <a:p>
            <a:pPr indent="-107950" lvl="2" marL="518400" rtl="0" algn="l">
              <a:lnSpc>
                <a:spcPct val="110000"/>
              </a:lnSpc>
              <a:spcBef>
                <a:spcPts val="0"/>
              </a:spcBef>
              <a:spcAft>
                <a:spcPts val="0"/>
              </a:spcAft>
              <a:buSzPts val="1000"/>
              <a:buNone/>
            </a:pPr>
            <a:r>
              <a:t/>
            </a:r>
            <a:endParaRPr>
              <a:latin typeface="IBM Plex Sans Light"/>
              <a:ea typeface="IBM Plex Sans Light"/>
              <a:cs typeface="IBM Plex Sans Light"/>
              <a:sym typeface="IBM Plex Sans Light"/>
            </a:endParaRPr>
          </a:p>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Observe que, ao contrário das tarefas tradicionais de IA, a IA generativa cria uma resposta mais adequada à sua compreensão da pergunta. Isso requer experiência por parte do usuário para aprender a solicitar efetivamente o modelo, pois ele precisa entender o suficiente da intenção da solicitação. O uso do laboratório imediato desenvolve essa experiência. </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A melhor maneira de aprender a passar bons prompts é pelo exemplo. O laboratório de prompt watsonx.ai fornece muitos exemplos de várias tarefas de processamento de linguagem natural (NLP), como:</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Resumo</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Extração</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Geração</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Classificação </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E mais...</a:t>
            </a:r>
            <a:br>
              <a:rPr lang="en-US">
                <a:latin typeface="IBM Plex Sans Light"/>
                <a:ea typeface="IBM Plex Sans Light"/>
                <a:cs typeface="IBM Plex Sans Light"/>
                <a:sym typeface="IBM Plex Sans Light"/>
              </a:rPr>
            </a:br>
            <a:endParaRPr>
              <a:latin typeface="IBM Plex Sans Light"/>
              <a:ea typeface="IBM Plex Sans Light"/>
              <a:cs typeface="IBM Plex Sans Light"/>
              <a:sym typeface="IBM Plex Sans Light"/>
            </a:endParaRPr>
          </a:p>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Watsonx.ai </a:t>
            </a:r>
            <a:r>
              <a:rPr b="0" lang="en-US">
                <a:latin typeface="IBM Plex Sans Light"/>
                <a:ea typeface="IBM Plex Sans Light"/>
                <a:cs typeface="IBM Plex Sans Light"/>
                <a:sym typeface="IBM Plex Sans Light"/>
              </a:rPr>
              <a:t>laboratório de prompts mantém um histórico de prompts. Como parte do aprendizado, os usuários podem querer voltar aos prompts anteriores que poderiam ter funcionado melhor ou ajustá-los de forma diferente. A interface do usuário controla os prompts anteriores e os usuários podem facilmente se mover para frente e para trás.</a:t>
            </a:r>
            <a:endParaRPr/>
          </a:p>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Uma vez que o cientista/engenheiro de dados tenha encontrado o melhor prompt, ele pode ser passado por meio de uma interface de programação de aplicativos (API) ou notebook Python para o modelo. Ele pode ser usado para automatizar tarefas para outros usuários. </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Embora os clientes possam ajustar ou ajustar seus modelos, isso requer trabalho e recursos. A engenharia imediata é uma maneira de evoluir um modelo para as necessidades dos clientes sem reconstrução de modelo ou muitos dados rotulados.</a:t>
            </a:r>
            <a:endParaRPr b="1">
              <a:latin typeface="IBM Plex Sans Light"/>
              <a:ea typeface="IBM Plex Sans Light"/>
              <a:cs typeface="IBM Plex Sans Light"/>
              <a:sym typeface="IBM Plex Sans Light"/>
            </a:endParaRPr>
          </a:p>
        </p:txBody>
      </p:sp>
      <p:sp>
        <p:nvSpPr>
          <p:cNvPr id="488" name="Google Shape;488;p12: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3: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13: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O estúdio de tuning permite que os clientes experimentem o ajuste rápido e o ajuste fino.</a:t>
            </a:r>
            <a:endParaRPr/>
          </a:p>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Com o ajuste imediato, os clientes podem escolher um modelo e usar seus próprios dados específicos para aprimorar esse modelo. Embora os modelos básicos sejam muito capazes em um nível geral, as empresas têm suas terminologias de negócios, fluxo de trabalho específico e saída específica que esperam das consultas. No ajuste de prompt, os clientes podem alimentar um conjunto de pares de &lt;consulta de entrada&gt; saída &lt;esperada&gt; no modelo. Isso ensina o modelo a entender melhor a intenção de perguntas específicas e como gerar o resultado mais relevante.</a:t>
            </a:r>
            <a:endParaRPr/>
          </a:p>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À medida que os clientes passam dados para seu modelo, também há parâmetros que eles podem modificar para aprimorar o modelo. Tenha em mente que isso (dependendo do modelo) pode ser um processo muito envolvido e caro. Os clientes podem considerar o uso de batch_size maiores (número de amostras a serem trabalhadas antes de modificar quaisquer parâmetros internos) e num_epochs menores (número de vezes para percorrer os dados de amostra) para controlar o tempo/custo do treinamento.</a:t>
            </a:r>
            <a:endParaRPr i="0">
              <a:latin typeface="IBM Plex Sans Light"/>
              <a:ea typeface="IBM Plex Sans Light"/>
              <a:cs typeface="IBM Plex Sans Light"/>
              <a:sym typeface="IBM Plex Sans Light"/>
            </a:endParaRPr>
          </a:p>
          <a:p>
            <a:pPr indent="0" lvl="0" marL="0" rtl="0" algn="l">
              <a:lnSpc>
                <a:spcPct val="110000"/>
              </a:lnSpc>
              <a:spcBef>
                <a:spcPts val="0"/>
              </a:spcBef>
              <a:spcAft>
                <a:spcPts val="0"/>
              </a:spcAft>
              <a:buClr>
                <a:schemeClr val="lt1"/>
              </a:buClr>
              <a:buSzPts val="1000"/>
              <a:buFont typeface="Arial"/>
              <a:buNone/>
            </a:pPr>
            <a:r>
              <a:rPr i="0" lang="en-US">
                <a:latin typeface="IBM Plex Sans Light"/>
                <a:ea typeface="IBM Plex Sans Light"/>
                <a:cs typeface="IBM Plex Sans Light"/>
                <a:sym typeface="IBM Plex Sans Light"/>
              </a:rPr>
              <a:t>Há duas coisas importantes a serem observadas com o ajuste imediato: </a:t>
            </a:r>
            <a:br>
              <a:rPr i="0" lang="en-US">
                <a:latin typeface="IBM Plex Sans Light"/>
                <a:ea typeface="IBM Plex Sans Light"/>
                <a:cs typeface="IBM Plex Sans Light"/>
                <a:sym typeface="IBM Plex Sans Light"/>
              </a:rPr>
            </a:br>
            <a:r>
              <a:rPr i="0" lang="en-US">
                <a:latin typeface="IBM Plex Sans Light"/>
                <a:ea typeface="IBM Plex Sans Light"/>
                <a:cs typeface="IBM Plex Sans Light"/>
                <a:sym typeface="IBM Plex Sans Light"/>
              </a:rPr>
              <a:t>Nenhum peso de modelo é alterado com o processo. Os clientes estão aprimorando o modelo, mas mantendo os pesos dos parâmetros originais intactos.</a:t>
            </a:r>
            <a:br>
              <a:rPr i="0" lang="en-US">
                <a:latin typeface="IBM Plex Sans Light"/>
                <a:ea typeface="IBM Plex Sans Light"/>
                <a:cs typeface="IBM Plex Sans Light"/>
                <a:sym typeface="IBM Plex Sans Light"/>
              </a:rPr>
            </a:br>
            <a:r>
              <a:rPr i="0" lang="en-US">
                <a:latin typeface="IBM Plex Sans Light"/>
                <a:ea typeface="IBM Plex Sans Light"/>
                <a:cs typeface="IBM Plex Sans Light"/>
                <a:sym typeface="IBM Plex Sans Light"/>
              </a:rPr>
              <a:t>Com o conjunto adequado de dados, isso pode alcançar resultados de ajuste quase fino. Isso é importante – embora o ajuste fino possa dar os melhores resultados, ele é muito mais caro à medida que o modelo é atualizado (quanto maior o modelo originalmente, mais caro ele é). O ajuste imediato também evita o esquecimento catastrófico (ou seja, o modelo subjacente tem tanto peso modificado que não se assemelha mais ao original – isso essencialmente destrói a razão pela qual o modelo base foi escolhido em primeiro lugar).</a:t>
            </a:r>
            <a:br>
              <a:rPr i="0" lang="en-US">
                <a:latin typeface="IBM Plex Sans Light"/>
                <a:ea typeface="IBM Plex Sans Light"/>
                <a:cs typeface="IBM Plex Sans Light"/>
                <a:sym typeface="IBM Plex Sans Light"/>
              </a:rPr>
            </a:br>
            <a:r>
              <a:rPr i="0" lang="en-US">
                <a:latin typeface="IBM Plex Sans Light"/>
                <a:ea typeface="IBM Plex Sans Light"/>
                <a:cs typeface="IBM Plex Sans Light"/>
                <a:sym typeface="IBM Plex Sans Light"/>
              </a:rPr>
              <a:t>O ajuste fino é a próxima etapa do ajuste em que os clientes estão fornecendo (na maioria dos casos) um conjunto maior de dados e o modelo subjacente será modificado.</a:t>
            </a:r>
            <a:endParaRPr/>
          </a:p>
        </p:txBody>
      </p:sp>
      <p:sp>
        <p:nvSpPr>
          <p:cNvPr id="500" name="Google Shape;500;p13: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4: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14: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b="0" i="0" lang="en-US">
                <a:solidFill>
                  <a:srgbClr val="434343"/>
                </a:solidFill>
                <a:highlight>
                  <a:srgbClr val="FCFAF9"/>
                </a:highlight>
                <a:latin typeface="Nunito"/>
                <a:ea typeface="Nunito"/>
                <a:cs typeface="Nunito"/>
                <a:sym typeface="Nunito"/>
              </a:rPr>
              <a:t>O </a:t>
            </a:r>
            <a:r>
              <a:rPr b="1" i="0" lang="en-US">
                <a:solidFill>
                  <a:srgbClr val="434343"/>
                </a:solidFill>
                <a:highlight>
                  <a:srgbClr val="FCFAF9"/>
                </a:highlight>
                <a:latin typeface="Nunito"/>
                <a:ea typeface="Nunito"/>
                <a:cs typeface="Nunito"/>
                <a:sym typeface="Nunito"/>
              </a:rPr>
              <a:t>Jupyter Notebook</a:t>
            </a:r>
            <a:r>
              <a:rPr b="0" i="0" lang="en-US">
                <a:solidFill>
                  <a:srgbClr val="434343"/>
                </a:solidFill>
                <a:highlight>
                  <a:srgbClr val="FCFAF9"/>
                </a:highlight>
                <a:latin typeface="Nunito"/>
                <a:ea typeface="Nunito"/>
                <a:cs typeface="Nunito"/>
                <a:sym typeface="Nunito"/>
              </a:rPr>
              <a:t> é uma aplicação web de código aberto onde o desenvolvedor pode dividir o código em partes e trabalhar nelas independentemente da ordem: escrever, testar funções, carregar um arquivo na memória e processar o conteúdo. Outras linguagens como php,perl, Javascript também rodam.</a:t>
            </a:r>
            <a:endParaRPr/>
          </a:p>
        </p:txBody>
      </p:sp>
      <p:sp>
        <p:nvSpPr>
          <p:cNvPr id="512" name="Google Shape;512;p14: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5: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15: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b="1">
              <a:latin typeface="IBM Plex Sans Light"/>
              <a:ea typeface="IBM Plex Sans Light"/>
              <a:cs typeface="IBM Plex Sans Light"/>
              <a:sym typeface="IBM Plex Sans Light"/>
            </a:endParaRPr>
          </a:p>
        </p:txBody>
      </p:sp>
      <p:sp>
        <p:nvSpPr>
          <p:cNvPr id="521" name="Google Shape;521;p15: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6: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16: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p>
        </p:txBody>
      </p:sp>
      <p:sp>
        <p:nvSpPr>
          <p:cNvPr id="531" name="Google Shape;531;p16: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7: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17: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Explicar que precisa de um conta na Cloud</a:t>
            </a:r>
            <a:endParaRPr/>
          </a:p>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E que precisa de uma instancia de storage para poder trabalhar nele</a:t>
            </a:r>
            <a:endParaRPr b="1">
              <a:latin typeface="IBM Plex Sans Light"/>
              <a:ea typeface="IBM Plex Sans Light"/>
              <a:cs typeface="IBM Plex Sans Light"/>
              <a:sym typeface="IBM Plex Sans Light"/>
            </a:endParaRPr>
          </a:p>
        </p:txBody>
      </p:sp>
      <p:sp>
        <p:nvSpPr>
          <p:cNvPr id="539" name="Google Shape;539;p17: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8: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18: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Explicar que precisa de um conta na Cloud</a:t>
            </a:r>
            <a:endParaRPr/>
          </a:p>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E que precisa de uma instancia de storage para poder trabalhar nele</a:t>
            </a:r>
            <a:endParaRPr b="1">
              <a:latin typeface="IBM Plex Sans Light"/>
              <a:ea typeface="IBM Plex Sans Light"/>
              <a:cs typeface="IBM Plex Sans Light"/>
              <a:sym typeface="IBM Plex Sans Light"/>
            </a:endParaRPr>
          </a:p>
        </p:txBody>
      </p:sp>
      <p:sp>
        <p:nvSpPr>
          <p:cNvPr id="551" name="Google Shape;551;p18: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9: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19:notes"/>
          <p:cNvSpPr txBox="1"/>
          <p:nvPr>
            <p:ph idx="1" type="body"/>
          </p:nvPr>
        </p:nvSpPr>
        <p:spPr>
          <a:xfrm>
            <a:off x="206710" y="4080464"/>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Os modelos de fundação (FMs) são diferentes dos modelos tradicionais de IA. Enquanto os modelos tradicionais de IA exigem treinamento supervisionado em dados rotulados, os FMs usam treinamento auto-supervisionado em um grande conjunto de dados não rotulados e não exigem dados rotulados. O aprendizado supervisionado é humano, requer rotulagem intensa e é difícil, difícil e caro. A inclinação auto-supervisionada é alimentada por computador, requer pouca rotulagem e é rápida, automatizada e eficiente. (Consulte o slide de backup para obter mais detalhes sobre a diferença entre aprendizado supervisionado e auto-supervisionado.)</a:t>
            </a:r>
            <a:endParaRPr/>
          </a:p>
          <a:p>
            <a:pPr indent="0" lvl="0" marL="0" rtl="0" algn="l">
              <a:lnSpc>
                <a:spcPct val="110000"/>
              </a:lnSpc>
              <a:spcBef>
                <a:spcPts val="0"/>
              </a:spcBef>
              <a:spcAft>
                <a:spcPts val="0"/>
              </a:spcAft>
              <a:buNone/>
            </a:pPr>
            <a:r>
              <a:t/>
            </a:r>
            <a:endParaRPr>
              <a:latin typeface="IBM Plex Sans Light"/>
              <a:ea typeface="IBM Plex Sans Light"/>
              <a:cs typeface="IBM Plex Sans Light"/>
              <a:sym typeface="IBM Plex Sans Light"/>
            </a:endParaRPr>
          </a:p>
          <a:p>
            <a:pPr indent="0" lvl="0" marL="0" rtl="0" algn="l">
              <a:lnSpc>
                <a:spcPct val="110000"/>
              </a:lnSpc>
              <a:spcBef>
                <a:spcPts val="0"/>
              </a:spcBef>
              <a:spcAft>
                <a:spcPts val="0"/>
              </a:spcAft>
              <a:buNone/>
            </a:pPr>
            <a:r>
              <a:rPr lang="en-US">
                <a:latin typeface="IBM Plex Sans Light"/>
                <a:ea typeface="IBM Plex Sans Light"/>
                <a:cs typeface="IBM Plex Sans Light"/>
                <a:sym typeface="IBM Plex Sans Light"/>
              </a:rPr>
              <a:t>O que o ChatGPT fez foi popularizar a tecnologia e mostrou um pouco do seu potencial. FMs, em particular modelos de linguagem grande (LLMs) são bons em muitas coisas. Especificamente, eles</a:t>
            </a:r>
            <a:endParaRPr>
              <a:latin typeface="IBM Plex Sans Light"/>
              <a:ea typeface="IBM Plex Sans Light"/>
              <a:cs typeface="IBM Plex Sans Light"/>
              <a:sym typeface="IBM Plex Sans Light"/>
            </a:endParaRPr>
          </a:p>
          <a:p>
            <a:pPr indent="-171450" lvl="0" marL="171450" rtl="0" algn="l">
              <a:lnSpc>
                <a:spcPct val="110000"/>
              </a:lnSpc>
              <a:spcBef>
                <a:spcPts val="0"/>
              </a:spcBef>
              <a:spcAft>
                <a:spcPts val="0"/>
              </a:spcAft>
              <a:buClr>
                <a:schemeClr val="lt1"/>
              </a:buClr>
              <a:buSzPts val="1000"/>
              <a:buFont typeface="Arial"/>
              <a:buChar char="•"/>
            </a:pPr>
            <a:r>
              <a:rPr lang="en-US">
                <a:latin typeface="IBM Plex Sans Light"/>
                <a:ea typeface="IBM Plex Sans Light"/>
                <a:cs typeface="IBM Plex Sans Light"/>
                <a:sym typeface="IBM Plex Sans Light"/>
              </a:rPr>
              <a:t>São bons em executar tarefas de perguntas e respostas (Q&amp;A) – os usuários podem levantar perguntas aleatórias no ChatGPT e obter respostas muito boas.</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Pode resumir um grande corpo de textos.</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Pode gerar novo conteúdo como uma história e pode ser instruído a escrever em um estilo específico.</a:t>
            </a:r>
            <a:br>
              <a:rPr lang="en-US">
                <a:latin typeface="IBM Plex Sans Light"/>
                <a:ea typeface="IBM Plex Sans Light"/>
                <a:cs typeface="IBM Plex Sans Light"/>
                <a:sym typeface="IBM Plex Sans Light"/>
              </a:rPr>
            </a:br>
            <a:r>
              <a:rPr lang="en-US">
                <a:latin typeface="IBM Plex Sans Light"/>
                <a:ea typeface="IBM Plex Sans Light"/>
                <a:cs typeface="IBM Plex Sans Light"/>
                <a:sym typeface="IBM Plex Sans Light"/>
              </a:rPr>
              <a:t>Excel em tarefas gerais de processamento de linguagem natural (NLP).</a:t>
            </a:r>
            <a:endParaRPr b="0">
              <a:latin typeface="IBM Plex Sans Light"/>
              <a:ea typeface="IBM Plex Sans Light"/>
              <a:cs typeface="IBM Plex Sans Light"/>
              <a:sym typeface="IBM Plex Sans Light"/>
            </a:endParaRPr>
          </a:p>
          <a:p>
            <a:pPr indent="0" lvl="0" marL="0" rtl="0" algn="l">
              <a:lnSpc>
                <a:spcPct val="110000"/>
              </a:lnSpc>
              <a:spcBef>
                <a:spcPts val="0"/>
              </a:spcBef>
              <a:spcAft>
                <a:spcPts val="0"/>
              </a:spcAft>
              <a:buClr>
                <a:schemeClr val="lt1"/>
              </a:buClr>
              <a:buSzPts val="1000"/>
              <a:buFont typeface="Arial"/>
              <a:buNone/>
            </a:pPr>
            <a:r>
              <a:rPr b="0" lang="en-US">
                <a:latin typeface="IBM Plex Sans Light"/>
                <a:ea typeface="IBM Plex Sans Light"/>
                <a:cs typeface="IBM Plex Sans Light"/>
                <a:sym typeface="IBM Plex Sans Light"/>
              </a:rPr>
              <a:t>Mas as FMs podem muito mais, desde várias tarefas de PNL, como resumir, extrair, fazer perguntas e respostas, gerar código e para uso geral, até aplicativos específicos de domínio em finanças, segurança cibernética e muito mais. Dado o seu notável desempenho e extensibilidade a uma ampla gama de tarefas, está trazendo um ponto de inflexão na IA. A forma como as empresas adotam o FM e executam a IA generativa terá um impacto significativo no sucesso futuro.</a:t>
            </a:r>
            <a:endParaRPr/>
          </a:p>
          <a:p>
            <a:pPr indent="0" lvl="0" marL="0" rtl="0" algn="l">
              <a:lnSpc>
                <a:spcPct val="110000"/>
              </a:lnSpc>
              <a:spcBef>
                <a:spcPts val="0"/>
              </a:spcBef>
              <a:spcAft>
                <a:spcPts val="0"/>
              </a:spcAft>
              <a:buClr>
                <a:schemeClr val="lt1"/>
              </a:buClr>
              <a:buSzPts val="1000"/>
              <a:buFont typeface="Arial"/>
              <a:buNone/>
            </a:pPr>
            <a:r>
              <a:rPr b="0" lang="en-US">
                <a:latin typeface="IBM Plex Sans Light"/>
                <a:ea typeface="IBM Plex Sans Light"/>
                <a:cs typeface="IBM Plex Sans Light"/>
                <a:sym typeface="IBM Plex Sans Light"/>
              </a:rPr>
              <a:t>Ele determinará:</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 Se as empresas podem desbloquear valor do FM e da IA generativa</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 Se as empresas podem criar valor para seus clientes</a:t>
            </a:r>
            <a:br>
              <a:rPr b="0" lang="en-US">
                <a:latin typeface="IBM Plex Sans Light"/>
                <a:ea typeface="IBM Plex Sans Light"/>
                <a:cs typeface="IBM Plex Sans Light"/>
                <a:sym typeface="IBM Plex Sans Light"/>
              </a:rPr>
            </a:br>
            <a:r>
              <a:rPr b="0" lang="en-US">
                <a:latin typeface="IBM Plex Sans Light"/>
                <a:ea typeface="IBM Plex Sans Light"/>
                <a:cs typeface="IBM Plex Sans Light"/>
                <a:sym typeface="IBM Plex Sans Light"/>
              </a:rPr>
              <a:t>- Se as empresas podem criar e liberar inovação em escala com velocidade para seus clientes de valor e para saltar à frente da concorrência</a:t>
            </a:r>
            <a:endParaRPr>
              <a:latin typeface="IBM Plex Sans Light"/>
              <a:ea typeface="IBM Plex Sans Light"/>
              <a:cs typeface="IBM Plex Sans Light"/>
              <a:sym typeface="IBM Plex Sans Light"/>
            </a:endParaRPr>
          </a:p>
        </p:txBody>
      </p:sp>
      <p:sp>
        <p:nvSpPr>
          <p:cNvPr id="562" name="Google Shape;562;p19: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IBM Plex Sans Light"/>
              <a:buNone/>
            </a:pPr>
            <a:fld id="{00000000-1234-1234-1234-123412341234}" type="slidenum">
              <a:rPr b="0" i="0" lang="en-US" u="none" cap="none" strike="noStrike">
                <a:solidFill>
                  <a:srgbClr val="000000"/>
                </a:solidFill>
                <a:latin typeface="IBM Plex Sans Light"/>
                <a:ea typeface="IBM Plex Sans Light"/>
                <a:cs typeface="IBM Plex Sans Light"/>
                <a:sym typeface="IBM Plex Sans Light"/>
              </a:rPr>
              <a:t>‹#›</a:t>
            </a:fld>
            <a:endParaRPr b="0" i="0" u="none" cap="none" strike="noStrike">
              <a:solidFill>
                <a:srgbClr val="000000"/>
              </a:solidFill>
              <a:latin typeface="IBM Plex Sans Light"/>
              <a:ea typeface="IBM Plex Sans Light"/>
              <a:cs typeface="IBM Plex Sans Light"/>
              <a:sym typeface="IBM Plex Sans 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0: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20: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Explicar que precisa de um conta na Cloud</a:t>
            </a:r>
            <a:endParaRPr/>
          </a:p>
          <a:p>
            <a:pPr indent="0" lvl="0" marL="0" rtl="0" algn="l">
              <a:lnSpc>
                <a:spcPct val="110000"/>
              </a:lnSpc>
              <a:spcBef>
                <a:spcPts val="0"/>
              </a:spcBef>
              <a:spcAft>
                <a:spcPts val="0"/>
              </a:spcAft>
              <a:buNone/>
            </a:pPr>
            <a:r>
              <a:rPr b="1" lang="en-US">
                <a:latin typeface="IBM Plex Sans Light"/>
                <a:ea typeface="IBM Plex Sans Light"/>
                <a:cs typeface="IBM Plex Sans Light"/>
                <a:sym typeface="IBM Plex Sans Light"/>
              </a:rPr>
              <a:t>E que precisa de uma instancia de storage para poder trabalhar nele</a:t>
            </a:r>
            <a:endParaRPr b="1">
              <a:latin typeface="IBM Plex Sans Light"/>
              <a:ea typeface="IBM Plex Sans Light"/>
              <a:cs typeface="IBM Plex Sans Light"/>
              <a:sym typeface="IBM Plex Sans Light"/>
            </a:endParaRPr>
          </a:p>
        </p:txBody>
      </p:sp>
      <p:sp>
        <p:nvSpPr>
          <p:cNvPr id="570" name="Google Shape;570;p20: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1: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21: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rPr lang="en-US" sz="1000">
                <a:latin typeface="IBM Plex Sans Light"/>
                <a:ea typeface="IBM Plex Sans Light"/>
                <a:cs typeface="IBM Plex Sans Light"/>
                <a:sym typeface="IBM Plex Sans Light"/>
              </a:rPr>
              <a:t>This self-explanatory slide does not require speaker notes.</a:t>
            </a:r>
            <a:endParaRPr/>
          </a:p>
          <a:p>
            <a:pPr indent="0" lvl="0" marL="0" rtl="0" algn="l">
              <a:lnSpc>
                <a:spcPct val="110000"/>
              </a:lnSpc>
              <a:spcBef>
                <a:spcPts val="0"/>
              </a:spcBef>
              <a:spcAft>
                <a:spcPts val="0"/>
              </a:spcAft>
              <a:buNone/>
            </a:pPr>
            <a:r>
              <a:t/>
            </a:r>
            <a:endParaRPr/>
          </a:p>
        </p:txBody>
      </p:sp>
      <p:sp>
        <p:nvSpPr>
          <p:cNvPr id="579" name="Google Shape;579;p21: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2:notes"/>
          <p:cNvSpPr/>
          <p:nvPr>
            <p:ph idx="2" type="sldImg"/>
          </p:nvPr>
        </p:nvSpPr>
        <p:spPr>
          <a:xfrm>
            <a:off x="206375" y="228600"/>
            <a:ext cx="6419850" cy="3611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22:notes"/>
          <p:cNvSpPr txBox="1"/>
          <p:nvPr>
            <p:ph idx="1" type="body"/>
          </p:nvPr>
        </p:nvSpPr>
        <p:spPr>
          <a:xfrm>
            <a:off x="206710" y="4087090"/>
            <a:ext cx="6419088" cy="4320309"/>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None/>
            </a:pPr>
            <a:r>
              <a:t/>
            </a:r>
            <a:endParaRPr/>
          </a:p>
        </p:txBody>
      </p:sp>
      <p:sp>
        <p:nvSpPr>
          <p:cNvPr id="584" name="Google Shape;584;p22:notes"/>
          <p:cNvSpPr txBox="1"/>
          <p:nvPr>
            <p:ph idx="12" type="sldNum"/>
          </p:nvPr>
        </p:nvSpPr>
        <p:spPr>
          <a:xfrm>
            <a:off x="6300216" y="8705088"/>
            <a:ext cx="338328"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imagery, half ">
  <p:cSld name="Cover, imagery, half ">
    <p:spTree>
      <p:nvGrpSpPr>
        <p:cNvPr id="12" name="Shape 12"/>
        <p:cNvGrpSpPr/>
        <p:nvPr/>
      </p:nvGrpSpPr>
      <p:grpSpPr>
        <a:xfrm>
          <a:off x="0" y="0"/>
          <a:ext cx="0" cy="0"/>
          <a:chOff x="0" y="0"/>
          <a:chExt cx="0" cy="0"/>
        </a:xfrm>
      </p:grpSpPr>
      <p:sp>
        <p:nvSpPr>
          <p:cNvPr id="13" name="Google Shape;13;p24"/>
          <p:cNvSpPr/>
          <p:nvPr>
            <p:ph idx="2" type="pic"/>
          </p:nvPr>
        </p:nvSpPr>
        <p:spPr>
          <a:xfrm>
            <a:off x="12763500" y="569913"/>
            <a:ext cx="11049000" cy="12574587"/>
          </a:xfrm>
          <a:prstGeom prst="rect">
            <a:avLst/>
          </a:prstGeom>
          <a:solidFill>
            <a:srgbClr val="E0E0E0"/>
          </a:solidFill>
          <a:ln>
            <a:noFill/>
          </a:ln>
        </p:spPr>
      </p:sp>
      <p:sp>
        <p:nvSpPr>
          <p:cNvPr id="14" name="Google Shape;14;p24"/>
          <p:cNvSpPr txBox="1"/>
          <p:nvPr>
            <p:ph type="title"/>
          </p:nvPr>
        </p:nvSpPr>
        <p:spPr>
          <a:xfrm>
            <a:off x="576072" y="384048"/>
            <a:ext cx="10101072" cy="104790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15" name="Shape 15"/>
        <p:cNvGrpSpPr/>
        <p:nvPr/>
      </p:nvGrpSpPr>
      <p:grpSpPr>
        <a:xfrm>
          <a:off x="0" y="0"/>
          <a:ext cx="0" cy="0"/>
          <a:chOff x="0" y="0"/>
          <a:chExt cx="0" cy="0"/>
        </a:xfrm>
      </p:grpSpPr>
      <p:sp>
        <p:nvSpPr>
          <p:cNvPr id="16" name="Google Shape;16;p25"/>
          <p:cNvSpPr txBox="1"/>
          <p:nvPr>
            <p:ph type="title"/>
          </p:nvPr>
        </p:nvSpPr>
        <p:spPr>
          <a:xfrm>
            <a:off x="576072" y="384048"/>
            <a:ext cx="4956175"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7" name="Google Shape;17;p25"/>
          <p:cNvSpPr txBox="1"/>
          <p:nvPr>
            <p:ph idx="1" type="body"/>
          </p:nvPr>
        </p:nvSpPr>
        <p:spPr>
          <a:xfrm>
            <a:off x="12763500" y="569913"/>
            <a:ext cx="4953000"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8" name="Google Shape;18;p25"/>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5"/>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2" type="body"/>
          </p:nvPr>
        </p:nvSpPr>
        <p:spPr>
          <a:xfrm>
            <a:off x="18834040" y="569912"/>
            <a:ext cx="4953000"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21" name="Shape 21"/>
        <p:cNvGrpSpPr/>
        <p:nvPr/>
      </p:nvGrpSpPr>
      <p:grpSpPr>
        <a:xfrm>
          <a:off x="0" y="0"/>
          <a:ext cx="0" cy="0"/>
          <a:chOff x="0" y="0"/>
          <a:chExt cx="0" cy="0"/>
        </a:xfrm>
      </p:grpSpPr>
      <p:sp>
        <p:nvSpPr>
          <p:cNvPr id="22" name="Google Shape;22;p26"/>
          <p:cNvSpPr txBox="1"/>
          <p:nvPr>
            <p:ph type="title"/>
          </p:nvPr>
        </p:nvSpPr>
        <p:spPr>
          <a:xfrm>
            <a:off x="576072" y="385200"/>
            <a:ext cx="4949825" cy="152704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26"/>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6"/>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text">
  <p:cSld name="Large text">
    <p:spTree>
      <p:nvGrpSpPr>
        <p:cNvPr id="25" name="Shape 25"/>
        <p:cNvGrpSpPr/>
        <p:nvPr/>
      </p:nvGrpSpPr>
      <p:grpSpPr>
        <a:xfrm>
          <a:off x="0" y="0"/>
          <a:ext cx="0" cy="0"/>
          <a:chOff x="0" y="0"/>
          <a:chExt cx="0" cy="0"/>
        </a:xfrm>
      </p:grpSpPr>
      <p:sp>
        <p:nvSpPr>
          <p:cNvPr id="26" name="Google Shape;26;p27"/>
          <p:cNvSpPr txBox="1"/>
          <p:nvPr>
            <p:ph type="title"/>
          </p:nvPr>
        </p:nvSpPr>
        <p:spPr>
          <a:xfrm>
            <a:off x="574675" y="385200"/>
            <a:ext cx="17141825" cy="819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17200"/>
              <a:buFont typeface="IBM Plex Sans Light"/>
              <a:buNone/>
              <a:defRPr b="0" i="0" sz="172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27"/>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27"/>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29" name="Shape 29"/>
        <p:cNvGrpSpPr/>
        <p:nvPr/>
      </p:nvGrpSpPr>
      <p:grpSpPr>
        <a:xfrm>
          <a:off x="0" y="0"/>
          <a:ext cx="0" cy="0"/>
          <a:chOff x="0" y="0"/>
          <a:chExt cx="0" cy="0"/>
        </a:xfrm>
      </p:grpSpPr>
      <p:pic>
        <p:nvPicPr>
          <p:cNvPr id="30" name="Google Shape;30;p28"/>
          <p:cNvPicPr preferRelativeResize="0"/>
          <p:nvPr/>
        </p:nvPicPr>
        <p:blipFill rotWithShape="1">
          <a:blip r:embed="rId2">
            <a:alphaModFix/>
          </a:blip>
          <a:srcRect b="0" l="0" r="0" t="0"/>
          <a:stretch/>
        </p:blipFill>
        <p:spPr>
          <a:xfrm>
            <a:off x="10465371" y="6168460"/>
            <a:ext cx="3456432" cy="137908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imagery">
  <p:cSld name="Cover, imagery">
    <p:spTree>
      <p:nvGrpSpPr>
        <p:cNvPr id="31" name="Shape 31"/>
        <p:cNvGrpSpPr/>
        <p:nvPr/>
      </p:nvGrpSpPr>
      <p:grpSpPr>
        <a:xfrm>
          <a:off x="0" y="0"/>
          <a:ext cx="0" cy="0"/>
          <a:chOff x="0" y="0"/>
          <a:chExt cx="0" cy="0"/>
        </a:xfrm>
      </p:grpSpPr>
      <p:sp>
        <p:nvSpPr>
          <p:cNvPr id="32" name="Google Shape;32;p29"/>
          <p:cNvSpPr/>
          <p:nvPr>
            <p:ph idx="2" type="pic"/>
          </p:nvPr>
        </p:nvSpPr>
        <p:spPr>
          <a:xfrm>
            <a:off x="0" y="0"/>
            <a:ext cx="24387175" cy="12001500"/>
          </a:xfrm>
          <a:prstGeom prst="rect">
            <a:avLst/>
          </a:prstGeom>
          <a:solidFill>
            <a:srgbClr val="E0E0E0"/>
          </a:solidFill>
          <a:ln>
            <a:noFill/>
          </a:ln>
        </p:spPr>
      </p:sp>
      <p:sp>
        <p:nvSpPr>
          <p:cNvPr id="33" name="Google Shape;33;p29"/>
          <p:cNvSpPr txBox="1"/>
          <p:nvPr>
            <p:ph type="title"/>
          </p:nvPr>
        </p:nvSpPr>
        <p:spPr>
          <a:xfrm>
            <a:off x="576072" y="384048"/>
            <a:ext cx="11050588" cy="62880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4" name="Google Shape;34;p29"/>
          <p:cNvSpPr txBox="1"/>
          <p:nvPr>
            <p:ph idx="1" type="body"/>
          </p:nvPr>
        </p:nvSpPr>
        <p:spPr>
          <a:xfrm>
            <a:off x="560959" y="12096093"/>
            <a:ext cx="4953000" cy="1143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5" name="Google Shape;35;p29"/>
          <p:cNvSpPr txBox="1"/>
          <p:nvPr>
            <p:ph idx="3" type="body"/>
          </p:nvPr>
        </p:nvSpPr>
        <p:spPr>
          <a:xfrm>
            <a:off x="6656388" y="12001501"/>
            <a:ext cx="4953000" cy="123759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cyan">
  <p:cSld name="Cover, cyan">
    <p:spTree>
      <p:nvGrpSpPr>
        <p:cNvPr id="36" name="Shape 36"/>
        <p:cNvGrpSpPr/>
        <p:nvPr/>
      </p:nvGrpSpPr>
      <p:grpSpPr>
        <a:xfrm>
          <a:off x="0" y="0"/>
          <a:ext cx="0" cy="0"/>
          <a:chOff x="0" y="0"/>
          <a:chExt cx="0" cy="0"/>
        </a:xfrm>
      </p:grpSpPr>
      <p:sp>
        <p:nvSpPr>
          <p:cNvPr id="37" name="Google Shape;37;p30"/>
          <p:cNvSpPr/>
          <p:nvPr/>
        </p:nvSpPr>
        <p:spPr>
          <a:xfrm>
            <a:off x="0" y="0"/>
            <a:ext cx="24387175" cy="12001500"/>
          </a:xfrm>
          <a:prstGeom prst="rect">
            <a:avLst/>
          </a:prstGeom>
          <a:solidFill>
            <a:srgbClr val="E5F6FF"/>
          </a:solidFill>
          <a:ln cap="flat" cmpd="sng" w="19050">
            <a:solidFill>
              <a:srgbClr val="E5F6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IBM Plex Sans Light"/>
              <a:buNone/>
            </a:pPr>
            <a:r>
              <a:t/>
            </a:r>
            <a:endParaRPr b="0" i="0" sz="1400" u="none" cap="none" strike="noStrike">
              <a:solidFill>
                <a:schemeClr val="dk1"/>
              </a:solidFill>
              <a:latin typeface="IBM Plex Sans Light"/>
              <a:ea typeface="IBM Plex Sans Light"/>
              <a:cs typeface="IBM Plex Sans Light"/>
              <a:sym typeface="IBM Plex Sans Light"/>
            </a:endParaRPr>
          </a:p>
        </p:txBody>
      </p:sp>
      <p:sp>
        <p:nvSpPr>
          <p:cNvPr id="38" name="Google Shape;38;p30"/>
          <p:cNvSpPr txBox="1"/>
          <p:nvPr>
            <p:ph type="title"/>
          </p:nvPr>
        </p:nvSpPr>
        <p:spPr>
          <a:xfrm>
            <a:off x="576072" y="384048"/>
            <a:ext cx="11050589"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9" name="Google Shape;39;p30"/>
          <p:cNvSpPr txBox="1"/>
          <p:nvPr>
            <p:ph idx="1" type="body"/>
          </p:nvPr>
        </p:nvSpPr>
        <p:spPr>
          <a:xfrm>
            <a:off x="560959" y="12096093"/>
            <a:ext cx="4953000" cy="1143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40" name="Google Shape;40;p30"/>
          <p:cNvSpPr txBox="1"/>
          <p:nvPr>
            <p:ph idx="2" type="body"/>
          </p:nvPr>
        </p:nvSpPr>
        <p:spPr>
          <a:xfrm>
            <a:off x="6656388" y="12001501"/>
            <a:ext cx="4953000" cy="123759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lain">
  <p:cSld name="Cover, plain">
    <p:spTree>
      <p:nvGrpSpPr>
        <p:cNvPr id="41" name="Shape 41"/>
        <p:cNvGrpSpPr/>
        <p:nvPr/>
      </p:nvGrpSpPr>
      <p:grpSpPr>
        <a:xfrm>
          <a:off x="0" y="0"/>
          <a:ext cx="0" cy="0"/>
          <a:chOff x="0" y="0"/>
          <a:chExt cx="0" cy="0"/>
        </a:xfrm>
      </p:grpSpPr>
      <p:sp>
        <p:nvSpPr>
          <p:cNvPr id="42" name="Google Shape;42;p31"/>
          <p:cNvSpPr txBox="1"/>
          <p:nvPr>
            <p:ph type="title"/>
          </p:nvPr>
        </p:nvSpPr>
        <p:spPr>
          <a:xfrm>
            <a:off x="576072" y="384048"/>
            <a:ext cx="11050589"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lain, business unit">
  <p:cSld name="Cover, plain, business unit">
    <p:spTree>
      <p:nvGrpSpPr>
        <p:cNvPr id="43" name="Shape 43"/>
        <p:cNvGrpSpPr/>
        <p:nvPr/>
      </p:nvGrpSpPr>
      <p:grpSpPr>
        <a:xfrm>
          <a:off x="0" y="0"/>
          <a:ext cx="0" cy="0"/>
          <a:chOff x="0" y="0"/>
          <a:chExt cx="0" cy="0"/>
        </a:xfrm>
      </p:grpSpPr>
      <p:sp>
        <p:nvSpPr>
          <p:cNvPr id="44" name="Google Shape;44;p32"/>
          <p:cNvSpPr txBox="1"/>
          <p:nvPr>
            <p:ph type="title"/>
          </p:nvPr>
        </p:nvSpPr>
        <p:spPr>
          <a:xfrm>
            <a:off x="576072" y="384048"/>
            <a:ext cx="11050588"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5" name="Google Shape;45;p32"/>
          <p:cNvSpPr txBox="1"/>
          <p:nvPr>
            <p:ph idx="1" type="body"/>
          </p:nvPr>
        </p:nvSpPr>
        <p:spPr>
          <a:xfrm>
            <a:off x="576072" y="12463272"/>
            <a:ext cx="11050588" cy="762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imagery, half, business unit">
  <p:cSld name="Cover, imagery, half, business unit">
    <p:spTree>
      <p:nvGrpSpPr>
        <p:cNvPr id="46" name="Shape 46"/>
        <p:cNvGrpSpPr/>
        <p:nvPr/>
      </p:nvGrpSpPr>
      <p:grpSpPr>
        <a:xfrm>
          <a:off x="0" y="0"/>
          <a:ext cx="0" cy="0"/>
          <a:chOff x="0" y="0"/>
          <a:chExt cx="0" cy="0"/>
        </a:xfrm>
      </p:grpSpPr>
      <p:sp>
        <p:nvSpPr>
          <p:cNvPr id="47" name="Google Shape;47;p33"/>
          <p:cNvSpPr/>
          <p:nvPr>
            <p:ph idx="2" type="pic"/>
          </p:nvPr>
        </p:nvSpPr>
        <p:spPr>
          <a:xfrm>
            <a:off x="12763500" y="569913"/>
            <a:ext cx="11049000" cy="12574587"/>
          </a:xfrm>
          <a:prstGeom prst="rect">
            <a:avLst/>
          </a:prstGeom>
          <a:solidFill>
            <a:srgbClr val="E0E0E0"/>
          </a:solidFill>
          <a:ln>
            <a:noFill/>
          </a:ln>
        </p:spPr>
      </p:sp>
      <p:sp>
        <p:nvSpPr>
          <p:cNvPr id="48" name="Google Shape;48;p33"/>
          <p:cNvSpPr txBox="1"/>
          <p:nvPr>
            <p:ph type="title"/>
          </p:nvPr>
        </p:nvSpPr>
        <p:spPr>
          <a:xfrm>
            <a:off x="576072" y="1527048"/>
            <a:ext cx="10099675" cy="933767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9" name="Google Shape;49;p33"/>
          <p:cNvSpPr txBox="1"/>
          <p:nvPr>
            <p:ph idx="1" type="body"/>
          </p:nvPr>
        </p:nvSpPr>
        <p:spPr>
          <a:xfrm>
            <a:off x="576072" y="385200"/>
            <a:ext cx="10099675" cy="571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2"/>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a:lvl2pPr>
            <a:lvl3pPr indent="-457200" lvl="2" marL="1371600" algn="l">
              <a:lnSpc>
                <a:spcPct val="100000"/>
              </a:lnSpc>
              <a:spcBef>
                <a:spcPts val="0"/>
              </a:spcBef>
              <a:spcAft>
                <a:spcPts val="0"/>
              </a:spcAft>
              <a:buSzPts val="3600"/>
              <a:buChar char="•"/>
              <a:defRPr/>
            </a:lvl3pPr>
            <a:lvl4pPr indent="-457200" lvl="3" marL="1828800" algn="l">
              <a:lnSpc>
                <a:spcPct val="100000"/>
              </a:lnSpc>
              <a:spcBef>
                <a:spcPts val="0"/>
              </a:spcBef>
              <a:spcAft>
                <a:spcPts val="0"/>
              </a:spcAft>
              <a:buSzPts val="3600"/>
              <a:buChar char="•"/>
              <a:defRPr/>
            </a:lvl4pPr>
            <a:lvl5pPr indent="-228600" lvl="4" marL="2286000" algn="l">
              <a:lnSpc>
                <a:spcPct val="110000"/>
              </a:lnSpc>
              <a:spcBef>
                <a:spcPts val="0"/>
              </a:spcBef>
              <a:spcAft>
                <a:spcPts val="0"/>
              </a:spcAft>
              <a:buClr>
                <a:srgbClr val="000000"/>
              </a:buClr>
              <a:buSzPts val="36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50" name="Shape 50"/>
        <p:cNvGrpSpPr/>
        <p:nvPr/>
      </p:nvGrpSpPr>
      <p:grpSpPr>
        <a:xfrm>
          <a:off x="0" y="0"/>
          <a:ext cx="0" cy="0"/>
          <a:chOff x="0" y="0"/>
          <a:chExt cx="0" cy="0"/>
        </a:xfrm>
      </p:grpSpPr>
      <p:sp>
        <p:nvSpPr>
          <p:cNvPr id="51" name="Google Shape;51;p34"/>
          <p:cNvSpPr txBox="1"/>
          <p:nvPr>
            <p:ph type="title"/>
          </p:nvPr>
        </p:nvSpPr>
        <p:spPr>
          <a:xfrm>
            <a:off x="576072" y="384048"/>
            <a:ext cx="11050588" cy="2859087"/>
          </a:xfrm>
          <a:prstGeom prst="rect">
            <a:avLst/>
          </a:prstGeom>
          <a:noFill/>
          <a:ln>
            <a:noFill/>
          </a:ln>
        </p:spPr>
        <p:txBody>
          <a:bodyPr anchorCtr="0" anchor="t" bIns="0" lIns="0" spcFirstLastPara="1" rIns="45720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2" name="Google Shape;52;p34"/>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34"/>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lout, headline">
  <p:cSld name="Callout, headline">
    <p:spTree>
      <p:nvGrpSpPr>
        <p:cNvPr id="54" name="Shape 54"/>
        <p:cNvGrpSpPr/>
        <p:nvPr/>
      </p:nvGrpSpPr>
      <p:grpSpPr>
        <a:xfrm>
          <a:off x="0" y="0"/>
          <a:ext cx="0" cy="0"/>
          <a:chOff x="0" y="0"/>
          <a:chExt cx="0" cy="0"/>
        </a:xfrm>
      </p:grpSpPr>
      <p:sp>
        <p:nvSpPr>
          <p:cNvPr id="55" name="Google Shape;55;p35"/>
          <p:cNvSpPr txBox="1"/>
          <p:nvPr>
            <p:ph type="title"/>
          </p:nvPr>
        </p:nvSpPr>
        <p:spPr>
          <a:xfrm>
            <a:off x="576072" y="384048"/>
            <a:ext cx="9909175" cy="28590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6" name="Google Shape;56;p35"/>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35"/>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5"/>
          <p:cNvSpPr txBox="1"/>
          <p:nvPr>
            <p:ph idx="1" type="body"/>
          </p:nvPr>
        </p:nvSpPr>
        <p:spPr>
          <a:xfrm>
            <a:off x="12735719" y="384049"/>
            <a:ext cx="11075384" cy="857408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1"/>
                </a:solidFill>
                <a:latin typeface="IBM Plex Sans Light"/>
                <a:ea typeface="IBM Plex Sans Light"/>
                <a:cs typeface="IBM Plex Sans Light"/>
                <a:sym typeface="IBM Plex Sans Light"/>
              </a:defRPr>
            </a:lvl1pPr>
            <a:lvl2pPr indent="-635000" lvl="1" marL="9144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2pPr>
            <a:lvl3pPr indent="-635000" lvl="2" marL="13716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3pPr>
            <a:lvl4pPr indent="-635000" lvl="3" marL="18288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lout, stand-alone">
  <p:cSld name="Callout, stand-alone">
    <p:spTree>
      <p:nvGrpSpPr>
        <p:cNvPr id="59" name="Shape 59"/>
        <p:cNvGrpSpPr/>
        <p:nvPr/>
      </p:nvGrpSpPr>
      <p:grpSpPr>
        <a:xfrm>
          <a:off x="0" y="0"/>
          <a:ext cx="0" cy="0"/>
          <a:chOff x="0" y="0"/>
          <a:chExt cx="0" cy="0"/>
        </a:xfrm>
      </p:grpSpPr>
      <p:sp>
        <p:nvSpPr>
          <p:cNvPr id="60" name="Google Shape;60;p36"/>
          <p:cNvSpPr txBox="1"/>
          <p:nvPr>
            <p:ph type="title"/>
          </p:nvPr>
        </p:nvSpPr>
        <p:spPr>
          <a:xfrm>
            <a:off x="576072" y="385200"/>
            <a:ext cx="14662150" cy="97170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8600"/>
              <a:buFont typeface="IBM Plex Sans Light"/>
              <a:buNone/>
              <a:defRPr b="0" i="0" sz="86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1" name="Google Shape;61;p36"/>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36"/>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2 callouts, vertical">
  <p:cSld name="Data, 2 callouts, vertical">
    <p:spTree>
      <p:nvGrpSpPr>
        <p:cNvPr id="63" name="Shape 63"/>
        <p:cNvGrpSpPr/>
        <p:nvPr/>
      </p:nvGrpSpPr>
      <p:grpSpPr>
        <a:xfrm>
          <a:off x="0" y="0"/>
          <a:ext cx="0" cy="0"/>
          <a:chOff x="0" y="0"/>
          <a:chExt cx="0" cy="0"/>
        </a:xfrm>
      </p:grpSpPr>
      <p:sp>
        <p:nvSpPr>
          <p:cNvPr id="64" name="Google Shape;64;p37"/>
          <p:cNvSpPr txBox="1"/>
          <p:nvPr>
            <p:ph idx="1" type="body"/>
          </p:nvPr>
        </p:nvSpPr>
        <p:spPr>
          <a:xfrm>
            <a:off x="576000" y="9296400"/>
            <a:ext cx="11050588" cy="35433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25800"/>
              <a:buNone/>
              <a:defRPr b="0" i="0" sz="25800">
                <a:solidFill>
                  <a:schemeClr val="accen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65" name="Google Shape;65;p37"/>
          <p:cNvSpPr txBox="1"/>
          <p:nvPr>
            <p:ph idx="2" type="body"/>
          </p:nvPr>
        </p:nvSpPr>
        <p:spPr>
          <a:xfrm>
            <a:off x="12760587" y="9296400"/>
            <a:ext cx="11049000" cy="35433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25800"/>
              <a:buNone/>
              <a:defRPr b="0" i="0" sz="25800">
                <a:solidFill>
                  <a:schemeClr val="accen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cxnSp>
        <p:nvCxnSpPr>
          <p:cNvPr id="66" name="Google Shape;66;p37"/>
          <p:cNvCxnSpPr/>
          <p:nvPr/>
        </p:nvCxnSpPr>
        <p:spPr>
          <a:xfrm>
            <a:off x="12193587" y="569913"/>
            <a:ext cx="0" cy="11431587"/>
          </a:xfrm>
          <a:prstGeom prst="straightConnector1">
            <a:avLst/>
          </a:prstGeom>
          <a:noFill/>
          <a:ln cap="flat" cmpd="sng" w="12700">
            <a:solidFill>
              <a:schemeClr val="lt1"/>
            </a:solidFill>
            <a:prstDash val="solid"/>
            <a:round/>
            <a:headEnd len="sm" w="sm" type="none"/>
            <a:tailEnd len="sm" w="sm" type="none"/>
          </a:ln>
        </p:spPr>
      </p:cxnSp>
      <p:sp>
        <p:nvSpPr>
          <p:cNvPr id="67" name="Google Shape;67;p37"/>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68" name="Google Shape;68;p37"/>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7"/>
          <p:cNvSpPr txBox="1"/>
          <p:nvPr>
            <p:ph idx="3" type="body"/>
          </p:nvPr>
        </p:nvSpPr>
        <p:spPr>
          <a:xfrm>
            <a:off x="574675" y="385200"/>
            <a:ext cx="7632176" cy="62880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1"/>
                </a:solidFill>
                <a:latin typeface="IBM Plex Sans Light"/>
                <a:ea typeface="IBM Plex Sans Light"/>
                <a:cs typeface="IBM Plex Sans Light"/>
                <a:sym typeface="IBM Plex Sans Light"/>
              </a:defRPr>
            </a:lvl1pPr>
            <a:lvl2pPr indent="-635000" lvl="1" marL="9144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2pPr>
            <a:lvl3pPr indent="-635000" lvl="2" marL="13716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3pPr>
            <a:lvl4pPr indent="-635000" lvl="3" marL="18288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0" name="Google Shape;70;p37"/>
          <p:cNvSpPr txBox="1"/>
          <p:nvPr>
            <p:ph idx="4" type="body"/>
          </p:nvPr>
        </p:nvSpPr>
        <p:spPr>
          <a:xfrm>
            <a:off x="12760587" y="385199"/>
            <a:ext cx="7632176" cy="62880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1"/>
                </a:solidFill>
                <a:latin typeface="IBM Plex Sans Light"/>
                <a:ea typeface="IBM Plex Sans Light"/>
                <a:cs typeface="IBM Plex Sans Light"/>
                <a:sym typeface="IBM Plex Sans Light"/>
              </a:defRPr>
            </a:lvl1pPr>
            <a:lvl2pPr indent="-635000" lvl="1" marL="9144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2pPr>
            <a:lvl3pPr indent="-635000" lvl="2" marL="13716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3pPr>
            <a:lvl4pPr indent="-635000" lvl="3" marL="1828800" algn="l">
              <a:lnSpc>
                <a:spcPct val="100000"/>
              </a:lnSpc>
              <a:spcBef>
                <a:spcPts val="0"/>
              </a:spcBef>
              <a:spcAft>
                <a:spcPts val="0"/>
              </a:spcAft>
              <a:buSzPts val="6400"/>
              <a:buChar char="•"/>
              <a:defRPr b="0" i="0" sz="6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3 callouts, vertical">
  <p:cSld name="Data, 3 callouts, vertical">
    <p:spTree>
      <p:nvGrpSpPr>
        <p:cNvPr id="71" name="Shape 71"/>
        <p:cNvGrpSpPr/>
        <p:nvPr/>
      </p:nvGrpSpPr>
      <p:grpSpPr>
        <a:xfrm>
          <a:off x="0" y="0"/>
          <a:ext cx="0" cy="0"/>
          <a:chOff x="0" y="0"/>
          <a:chExt cx="0" cy="0"/>
        </a:xfrm>
      </p:grpSpPr>
      <p:sp>
        <p:nvSpPr>
          <p:cNvPr id="72" name="Google Shape;72;p38"/>
          <p:cNvSpPr txBox="1"/>
          <p:nvPr>
            <p:ph idx="1" type="body"/>
          </p:nvPr>
        </p:nvSpPr>
        <p:spPr>
          <a:xfrm>
            <a:off x="12768263" y="385200"/>
            <a:ext cx="4949825" cy="19065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0"/>
              <a:buNone/>
              <a:defRPr b="0" i="0" sz="13000">
                <a:solidFill>
                  <a:schemeClr val="accen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3" name="Google Shape;73;p38"/>
          <p:cNvSpPr txBox="1"/>
          <p:nvPr>
            <p:ph idx="2" type="body"/>
          </p:nvPr>
        </p:nvSpPr>
        <p:spPr>
          <a:xfrm>
            <a:off x="18859500" y="385200"/>
            <a:ext cx="4949825" cy="19034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0"/>
              <a:buNone/>
              <a:defRPr b="0" i="0" sz="13000">
                <a:solidFill>
                  <a:schemeClr val="accen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4" name="Google Shape;74;p38"/>
          <p:cNvSpPr txBox="1"/>
          <p:nvPr>
            <p:ph idx="3" type="body"/>
          </p:nvPr>
        </p:nvSpPr>
        <p:spPr>
          <a:xfrm>
            <a:off x="6667500" y="385200"/>
            <a:ext cx="4951413" cy="190791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0"/>
              <a:buNone/>
              <a:defRPr b="0" i="0" sz="13000">
                <a:solidFill>
                  <a:schemeClr val="accent1"/>
                </a:solidFill>
                <a:latin typeface="IBM Plex Sans Light"/>
                <a:ea typeface="IBM Plex Sans Light"/>
                <a:cs typeface="IBM Plex Sans Light"/>
                <a:sym typeface="IBM Plex Sans Light"/>
              </a:defRPr>
            </a:lvl1pPr>
            <a:lvl2pPr indent="-228600" lvl="1" marL="914400" algn="l">
              <a:lnSpc>
                <a:spcPct val="100000"/>
              </a:lnSpc>
              <a:spcBef>
                <a:spcPts val="0"/>
              </a:spcBef>
              <a:spcAft>
                <a:spcPts val="0"/>
              </a:spcAft>
              <a:buSzPts val="3600"/>
              <a:buNone/>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5" name="Google Shape;75;p38"/>
          <p:cNvSpPr txBox="1"/>
          <p:nvPr>
            <p:ph type="title"/>
          </p:nvPr>
        </p:nvSpPr>
        <p:spPr>
          <a:xfrm>
            <a:off x="576072" y="385200"/>
            <a:ext cx="4949825" cy="28590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6" name="Google Shape;76;p38"/>
          <p:cNvSpPr txBox="1"/>
          <p:nvPr>
            <p:ph idx="4" type="body"/>
          </p:nvPr>
        </p:nvSpPr>
        <p:spPr>
          <a:xfrm>
            <a:off x="6667500" y="12042775"/>
            <a:ext cx="4951413" cy="1143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1600"/>
              <a:buNone/>
              <a:defRPr b="0" i="0" sz="1600">
                <a:solidFill>
                  <a:schemeClr val="lt1"/>
                </a:solidFill>
                <a:latin typeface="IBM Plex Sans Light"/>
                <a:ea typeface="IBM Plex Sans Light"/>
                <a:cs typeface="IBM Plex Sans Light"/>
                <a:sym typeface="IBM Plex Sans Light"/>
              </a:defRPr>
            </a:lvl1pPr>
            <a:lvl2pPr indent="-330200" lvl="1" marL="914400" algn="l">
              <a:lnSpc>
                <a:spcPct val="100000"/>
              </a:lnSpc>
              <a:spcBef>
                <a:spcPts val="0"/>
              </a:spcBef>
              <a:spcAft>
                <a:spcPts val="0"/>
              </a:spcAft>
              <a:buSzPts val="1600"/>
              <a:buChar char="•"/>
              <a:defRPr b="0" i="0" sz="1600">
                <a:solidFill>
                  <a:schemeClr val="lt1"/>
                </a:solidFill>
                <a:latin typeface="IBM Plex Sans Light"/>
                <a:ea typeface="IBM Plex Sans Light"/>
                <a:cs typeface="IBM Plex Sans Light"/>
                <a:sym typeface="IBM Plex Sans Light"/>
              </a:defRPr>
            </a:lvl2pPr>
            <a:lvl3pPr indent="-330200" lvl="2" marL="1371600" algn="l">
              <a:lnSpc>
                <a:spcPct val="100000"/>
              </a:lnSpc>
              <a:spcBef>
                <a:spcPts val="0"/>
              </a:spcBef>
              <a:spcAft>
                <a:spcPts val="0"/>
              </a:spcAft>
              <a:buSzPts val="1600"/>
              <a:buChar char="•"/>
              <a:defRPr b="0" i="0" sz="1600">
                <a:solidFill>
                  <a:schemeClr val="lt1"/>
                </a:solidFill>
                <a:latin typeface="IBM Plex Sans Light"/>
                <a:ea typeface="IBM Plex Sans Light"/>
                <a:cs typeface="IBM Plex Sans Light"/>
                <a:sym typeface="IBM Plex Sans Light"/>
              </a:defRPr>
            </a:lvl3pPr>
            <a:lvl4pPr indent="-330200" lvl="3" marL="1828800" algn="l">
              <a:lnSpc>
                <a:spcPct val="100000"/>
              </a:lnSpc>
              <a:spcBef>
                <a:spcPts val="0"/>
              </a:spcBef>
              <a:spcAft>
                <a:spcPts val="0"/>
              </a:spcAft>
              <a:buSzPts val="1600"/>
              <a:buChar char="•"/>
              <a:defRPr b="0" i="0" sz="1600">
                <a:solidFill>
                  <a:schemeClr val="lt1"/>
                </a:solidFill>
                <a:latin typeface="IBM Plex Sans Light"/>
                <a:ea typeface="IBM Plex Sans Light"/>
                <a:cs typeface="IBM Plex Sans Light"/>
                <a:sym typeface="IBM Plex Sans Light"/>
              </a:defRPr>
            </a:lvl4pPr>
            <a:lvl5pPr indent="-228600" lvl="4" marL="2286000" algn="l">
              <a:lnSpc>
                <a:spcPct val="120000"/>
              </a:lnSpc>
              <a:spcBef>
                <a:spcPts val="0"/>
              </a:spcBef>
              <a:spcAft>
                <a:spcPts val="0"/>
              </a:spcAft>
              <a:buClr>
                <a:schemeClr val="lt1"/>
              </a:buClr>
              <a:buSzPts val="1600"/>
              <a:buNone/>
              <a:defRPr b="0" i="0" sz="1600">
                <a:solidFill>
                  <a:schemeClr val="lt1"/>
                </a:solidFill>
                <a:latin typeface="IBM Plex Sans"/>
                <a:ea typeface="IBM Plex Sans"/>
                <a:cs typeface="IBM Plex Sans"/>
                <a:sym typeface="IBM Plex Sans"/>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7" name="Google Shape;77;p38"/>
          <p:cNvSpPr txBox="1"/>
          <p:nvPr>
            <p:ph idx="5" type="body"/>
          </p:nvPr>
        </p:nvSpPr>
        <p:spPr>
          <a:xfrm>
            <a:off x="6667500" y="2333067"/>
            <a:ext cx="4951413" cy="967304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8" name="Google Shape;78;p38"/>
          <p:cNvSpPr txBox="1"/>
          <p:nvPr>
            <p:ph idx="6" type="body"/>
          </p:nvPr>
        </p:nvSpPr>
        <p:spPr>
          <a:xfrm>
            <a:off x="12763500" y="2333067"/>
            <a:ext cx="4953000" cy="966684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79" name="Google Shape;79;p38"/>
          <p:cNvSpPr txBox="1"/>
          <p:nvPr>
            <p:ph idx="7" type="body"/>
          </p:nvPr>
        </p:nvSpPr>
        <p:spPr>
          <a:xfrm>
            <a:off x="18859500" y="2333067"/>
            <a:ext cx="4953000" cy="966684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80" name="Google Shape;80;p38"/>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38"/>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2 callouts, horizontal">
  <p:cSld name="Data, 2 callouts, horizontal">
    <p:spTree>
      <p:nvGrpSpPr>
        <p:cNvPr id="82" name="Shape 82"/>
        <p:cNvGrpSpPr/>
        <p:nvPr/>
      </p:nvGrpSpPr>
      <p:grpSpPr>
        <a:xfrm>
          <a:off x="0" y="0"/>
          <a:ext cx="0" cy="0"/>
          <a:chOff x="0" y="0"/>
          <a:chExt cx="0" cy="0"/>
        </a:xfrm>
      </p:grpSpPr>
      <p:cxnSp>
        <p:nvCxnSpPr>
          <p:cNvPr id="83" name="Google Shape;83;p39"/>
          <p:cNvCxnSpPr/>
          <p:nvPr/>
        </p:nvCxnSpPr>
        <p:spPr>
          <a:xfrm>
            <a:off x="568325" y="6096000"/>
            <a:ext cx="23244175" cy="0"/>
          </a:xfrm>
          <a:prstGeom prst="straightConnector1">
            <a:avLst/>
          </a:prstGeom>
          <a:noFill/>
          <a:ln cap="flat" cmpd="sng" w="12700">
            <a:solidFill>
              <a:schemeClr val="lt1"/>
            </a:solidFill>
            <a:prstDash val="solid"/>
            <a:round/>
            <a:headEnd len="sm" w="sm" type="none"/>
            <a:tailEnd len="sm" w="sm" type="none"/>
          </a:ln>
        </p:spPr>
      </p:cxnSp>
      <p:sp>
        <p:nvSpPr>
          <p:cNvPr id="84" name="Google Shape;84;p39"/>
          <p:cNvSpPr txBox="1"/>
          <p:nvPr>
            <p:ph type="title"/>
          </p:nvPr>
        </p:nvSpPr>
        <p:spPr>
          <a:xfrm>
            <a:off x="574675" y="385200"/>
            <a:ext cx="4949825" cy="533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8600"/>
              <a:buFont typeface="IBM Plex Sans Light"/>
              <a:buNone/>
              <a:defRPr b="0" i="0" sz="8600">
                <a:solidFill>
                  <a:schemeClr val="accent1"/>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5" name="Google Shape;85;p39"/>
          <p:cNvSpPr txBox="1"/>
          <p:nvPr>
            <p:ph idx="1" type="body"/>
          </p:nvPr>
        </p:nvSpPr>
        <p:spPr>
          <a:xfrm>
            <a:off x="6667500" y="385200"/>
            <a:ext cx="11049000" cy="533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600"/>
              <a:buNone/>
              <a:defRPr b="0" i="0" sz="8600">
                <a:solidFill>
                  <a:schemeClr val="lt1"/>
                </a:solidFill>
                <a:latin typeface="IBM Plex Sans Light"/>
                <a:ea typeface="IBM Plex Sans Light"/>
                <a:cs typeface="IBM Plex Sans Light"/>
                <a:sym typeface="IBM Plex Sans Light"/>
              </a:defRPr>
            </a:lvl1pPr>
            <a:lvl2pPr indent="-774700" lvl="1" marL="914400" algn="l">
              <a:lnSpc>
                <a:spcPct val="100000"/>
              </a:lnSpc>
              <a:spcBef>
                <a:spcPts val="0"/>
              </a:spcBef>
              <a:spcAft>
                <a:spcPts val="0"/>
              </a:spcAft>
              <a:buSzPts val="8600"/>
              <a:buChar char="•"/>
              <a:defRPr b="0" i="0" sz="8600">
                <a:solidFill>
                  <a:schemeClr val="lt1"/>
                </a:solidFill>
                <a:latin typeface="IBM Plex Sans Light"/>
                <a:ea typeface="IBM Plex Sans Light"/>
                <a:cs typeface="IBM Plex Sans Light"/>
                <a:sym typeface="IBM Plex Sans Light"/>
              </a:defRPr>
            </a:lvl2pPr>
            <a:lvl3pPr indent="-774700" lvl="2" marL="1371600" algn="l">
              <a:lnSpc>
                <a:spcPct val="100000"/>
              </a:lnSpc>
              <a:spcBef>
                <a:spcPts val="0"/>
              </a:spcBef>
              <a:spcAft>
                <a:spcPts val="0"/>
              </a:spcAft>
              <a:buSzPts val="8600"/>
              <a:buChar char="•"/>
              <a:defRPr b="0" i="0" sz="8600">
                <a:solidFill>
                  <a:schemeClr val="lt1"/>
                </a:solidFill>
                <a:latin typeface="IBM Plex Sans Light"/>
                <a:ea typeface="IBM Plex Sans Light"/>
                <a:cs typeface="IBM Plex Sans Light"/>
                <a:sym typeface="IBM Plex Sans Light"/>
              </a:defRPr>
            </a:lvl3pPr>
            <a:lvl4pPr indent="-774700" lvl="3" marL="1828800" algn="l">
              <a:lnSpc>
                <a:spcPct val="100000"/>
              </a:lnSpc>
              <a:spcBef>
                <a:spcPts val="0"/>
              </a:spcBef>
              <a:spcAft>
                <a:spcPts val="0"/>
              </a:spcAft>
              <a:buSzPts val="8600"/>
              <a:buChar char="•"/>
              <a:defRPr b="0" i="0" sz="8600">
                <a:solidFill>
                  <a:schemeClr val="lt1"/>
                </a:solidFill>
                <a:latin typeface="IBM Plex Sans Light"/>
                <a:ea typeface="IBM Plex Sans Light"/>
                <a:cs typeface="IBM Plex Sans Light"/>
                <a:sym typeface="IBM Plex Sans Light"/>
              </a:defRPr>
            </a:lvl4pPr>
            <a:lvl5pPr indent="-228600" lvl="4" marL="2286000" algn="l">
              <a:lnSpc>
                <a:spcPct val="100000"/>
              </a:lnSpc>
              <a:spcBef>
                <a:spcPts val="0"/>
              </a:spcBef>
              <a:spcAft>
                <a:spcPts val="0"/>
              </a:spcAft>
              <a:buClr>
                <a:schemeClr val="lt1"/>
              </a:buClr>
              <a:buSzPts val="8600"/>
              <a:buNone/>
              <a:defRPr sz="86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86" name="Google Shape;86;p39"/>
          <p:cNvSpPr txBox="1"/>
          <p:nvPr>
            <p:ph idx="2" type="body"/>
          </p:nvPr>
        </p:nvSpPr>
        <p:spPr>
          <a:xfrm>
            <a:off x="574675" y="6477000"/>
            <a:ext cx="4949825" cy="533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600"/>
              <a:buNone/>
              <a:defRPr b="0" i="0" sz="8600">
                <a:solidFill>
                  <a:schemeClr val="accent1"/>
                </a:solidFill>
                <a:latin typeface="IBM Plex Sans Light"/>
                <a:ea typeface="IBM Plex Sans Light"/>
                <a:cs typeface="IBM Plex Sans Light"/>
                <a:sym typeface="IBM Plex Sans Light"/>
              </a:defRPr>
            </a:lvl1pPr>
            <a:lvl2pPr indent="-774700" lvl="1" marL="914400" algn="l">
              <a:lnSpc>
                <a:spcPct val="100000"/>
              </a:lnSpc>
              <a:spcBef>
                <a:spcPts val="0"/>
              </a:spcBef>
              <a:spcAft>
                <a:spcPts val="0"/>
              </a:spcAft>
              <a:buSzPts val="8600"/>
              <a:buChar char="•"/>
              <a:defRPr sz="8600">
                <a:solidFill>
                  <a:schemeClr val="accent1"/>
                </a:solidFill>
              </a:defRPr>
            </a:lvl2pPr>
            <a:lvl3pPr indent="-774700" lvl="2" marL="1371600" algn="l">
              <a:lnSpc>
                <a:spcPct val="100000"/>
              </a:lnSpc>
              <a:spcBef>
                <a:spcPts val="0"/>
              </a:spcBef>
              <a:spcAft>
                <a:spcPts val="0"/>
              </a:spcAft>
              <a:buSzPts val="8600"/>
              <a:buChar char="•"/>
              <a:defRPr sz="8600">
                <a:solidFill>
                  <a:schemeClr val="accent1"/>
                </a:solidFill>
              </a:defRPr>
            </a:lvl3pPr>
            <a:lvl4pPr indent="-774700" lvl="3" marL="1828800" algn="l">
              <a:lnSpc>
                <a:spcPct val="100000"/>
              </a:lnSpc>
              <a:spcBef>
                <a:spcPts val="0"/>
              </a:spcBef>
              <a:spcAft>
                <a:spcPts val="0"/>
              </a:spcAft>
              <a:buSzPts val="8600"/>
              <a:buChar char="•"/>
              <a:defRPr sz="8600">
                <a:solidFill>
                  <a:schemeClr val="accent1"/>
                </a:solidFill>
              </a:defRPr>
            </a:lvl4pPr>
            <a:lvl5pPr indent="-228600" lvl="4" marL="2286000" algn="l">
              <a:lnSpc>
                <a:spcPct val="100000"/>
              </a:lnSpc>
              <a:spcBef>
                <a:spcPts val="2900"/>
              </a:spcBef>
              <a:spcAft>
                <a:spcPts val="0"/>
              </a:spcAft>
              <a:buClr>
                <a:schemeClr val="accent1"/>
              </a:buClr>
              <a:buSzPts val="8600"/>
              <a:buNone/>
              <a:defRPr sz="8600">
                <a:solidFill>
                  <a:schemeClr val="accen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87" name="Google Shape;87;p39"/>
          <p:cNvSpPr txBox="1"/>
          <p:nvPr>
            <p:ph idx="3" type="body"/>
          </p:nvPr>
        </p:nvSpPr>
        <p:spPr>
          <a:xfrm>
            <a:off x="6667500" y="6477000"/>
            <a:ext cx="11049000" cy="533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600"/>
              <a:buNone/>
              <a:defRPr b="0" i="0" sz="8600">
                <a:solidFill>
                  <a:schemeClr val="lt1"/>
                </a:solidFill>
                <a:latin typeface="IBM Plex Sans Light"/>
                <a:ea typeface="IBM Plex Sans Light"/>
                <a:cs typeface="IBM Plex Sans Light"/>
                <a:sym typeface="IBM Plex Sans Light"/>
              </a:defRPr>
            </a:lvl1pPr>
            <a:lvl2pPr indent="-774700" lvl="1" marL="914400" algn="l">
              <a:lnSpc>
                <a:spcPct val="100000"/>
              </a:lnSpc>
              <a:spcBef>
                <a:spcPts val="0"/>
              </a:spcBef>
              <a:spcAft>
                <a:spcPts val="0"/>
              </a:spcAft>
              <a:buSzPts val="8600"/>
              <a:buChar char="•"/>
              <a:defRPr b="0" i="0" sz="8600">
                <a:solidFill>
                  <a:schemeClr val="lt1"/>
                </a:solidFill>
                <a:latin typeface="IBM Plex Sans Light"/>
                <a:ea typeface="IBM Plex Sans Light"/>
                <a:cs typeface="IBM Plex Sans Light"/>
                <a:sym typeface="IBM Plex Sans Light"/>
              </a:defRPr>
            </a:lvl2pPr>
            <a:lvl3pPr indent="-774700" lvl="2" marL="1371600" algn="l">
              <a:lnSpc>
                <a:spcPct val="100000"/>
              </a:lnSpc>
              <a:spcBef>
                <a:spcPts val="0"/>
              </a:spcBef>
              <a:spcAft>
                <a:spcPts val="0"/>
              </a:spcAft>
              <a:buSzPts val="8600"/>
              <a:buChar char="•"/>
              <a:defRPr b="0" i="0" sz="8600">
                <a:solidFill>
                  <a:schemeClr val="lt1"/>
                </a:solidFill>
                <a:latin typeface="IBM Plex Sans Light"/>
                <a:ea typeface="IBM Plex Sans Light"/>
                <a:cs typeface="IBM Plex Sans Light"/>
                <a:sym typeface="IBM Plex Sans Light"/>
              </a:defRPr>
            </a:lvl3pPr>
            <a:lvl4pPr indent="-774700" lvl="3" marL="1828800" algn="l">
              <a:lnSpc>
                <a:spcPct val="100000"/>
              </a:lnSpc>
              <a:spcBef>
                <a:spcPts val="0"/>
              </a:spcBef>
              <a:spcAft>
                <a:spcPts val="0"/>
              </a:spcAft>
              <a:buSzPts val="8600"/>
              <a:buChar char="•"/>
              <a:defRPr b="0" i="0" sz="8600">
                <a:solidFill>
                  <a:schemeClr val="lt1"/>
                </a:solidFill>
                <a:latin typeface="IBM Plex Sans Light"/>
                <a:ea typeface="IBM Plex Sans Light"/>
                <a:cs typeface="IBM Plex Sans Light"/>
                <a:sym typeface="IBM Plex Sans Light"/>
              </a:defRPr>
            </a:lvl4pPr>
            <a:lvl5pPr indent="-228600" lvl="4" marL="2286000" algn="l">
              <a:lnSpc>
                <a:spcPct val="100000"/>
              </a:lnSpc>
              <a:spcBef>
                <a:spcPts val="0"/>
              </a:spcBef>
              <a:spcAft>
                <a:spcPts val="0"/>
              </a:spcAft>
              <a:buClr>
                <a:schemeClr val="lt1"/>
              </a:buClr>
              <a:buSzPts val="8600"/>
              <a:buNone/>
              <a:defRPr sz="86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88" name="Google Shape;88;p39"/>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39"/>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a, 3 callouts, horizontal">
  <p:cSld name="Data, 3 callouts, horizontal">
    <p:spTree>
      <p:nvGrpSpPr>
        <p:cNvPr id="90" name="Shape 90"/>
        <p:cNvGrpSpPr/>
        <p:nvPr/>
      </p:nvGrpSpPr>
      <p:grpSpPr>
        <a:xfrm>
          <a:off x="0" y="0"/>
          <a:ext cx="0" cy="0"/>
          <a:chOff x="0" y="0"/>
          <a:chExt cx="0" cy="0"/>
        </a:xfrm>
      </p:grpSpPr>
      <p:cxnSp>
        <p:nvCxnSpPr>
          <p:cNvPr id="91" name="Google Shape;91;p40"/>
          <p:cNvCxnSpPr/>
          <p:nvPr/>
        </p:nvCxnSpPr>
        <p:spPr>
          <a:xfrm>
            <a:off x="6667500" y="8191500"/>
            <a:ext cx="17145000" cy="0"/>
          </a:xfrm>
          <a:prstGeom prst="straightConnector1">
            <a:avLst/>
          </a:prstGeom>
          <a:noFill/>
          <a:ln cap="flat" cmpd="sng" w="12700">
            <a:solidFill>
              <a:schemeClr val="lt1"/>
            </a:solidFill>
            <a:prstDash val="solid"/>
            <a:round/>
            <a:headEnd len="sm" w="sm" type="none"/>
            <a:tailEnd len="sm" w="sm" type="none"/>
          </a:ln>
        </p:spPr>
      </p:cxnSp>
      <p:cxnSp>
        <p:nvCxnSpPr>
          <p:cNvPr id="92" name="Google Shape;92;p40"/>
          <p:cNvCxnSpPr/>
          <p:nvPr/>
        </p:nvCxnSpPr>
        <p:spPr>
          <a:xfrm>
            <a:off x="6667500" y="4000500"/>
            <a:ext cx="17145000" cy="0"/>
          </a:xfrm>
          <a:prstGeom prst="straightConnector1">
            <a:avLst/>
          </a:prstGeom>
          <a:noFill/>
          <a:ln cap="flat" cmpd="sng" w="12700">
            <a:solidFill>
              <a:schemeClr val="lt1"/>
            </a:solidFill>
            <a:prstDash val="solid"/>
            <a:round/>
            <a:headEnd len="sm" w="sm" type="none"/>
            <a:tailEnd len="sm" w="sm" type="none"/>
          </a:ln>
        </p:spPr>
      </p:cxnSp>
      <p:sp>
        <p:nvSpPr>
          <p:cNvPr id="93" name="Google Shape;93;p40"/>
          <p:cNvSpPr txBox="1"/>
          <p:nvPr>
            <p:ph idx="1" type="body"/>
          </p:nvPr>
        </p:nvSpPr>
        <p:spPr>
          <a:xfrm>
            <a:off x="6667500" y="385200"/>
            <a:ext cx="4951413" cy="28590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0"/>
              <a:buNone/>
              <a:defRPr b="0" i="0" sz="13000">
                <a:solidFill>
                  <a:schemeClr val="accent1"/>
                </a:solidFill>
                <a:latin typeface="IBM Plex Sans Light"/>
                <a:ea typeface="IBM Plex Sans Light"/>
                <a:cs typeface="IBM Plex Sans Light"/>
                <a:sym typeface="IBM Plex Sans Light"/>
              </a:defRPr>
            </a:lvl1pPr>
            <a:lvl2pPr indent="-228600" lvl="1" marL="914400" algn="l">
              <a:lnSpc>
                <a:spcPct val="100000"/>
              </a:lnSpc>
              <a:spcBef>
                <a:spcPts val="0"/>
              </a:spcBef>
              <a:spcAft>
                <a:spcPts val="0"/>
              </a:spcAft>
              <a:buSzPts val="3600"/>
              <a:buNone/>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94" name="Google Shape;94;p40"/>
          <p:cNvSpPr txBox="1"/>
          <p:nvPr>
            <p:ph type="title"/>
          </p:nvPr>
        </p:nvSpPr>
        <p:spPr>
          <a:xfrm>
            <a:off x="576072" y="385200"/>
            <a:ext cx="4949825" cy="28590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5" name="Google Shape;95;p40"/>
          <p:cNvSpPr txBox="1"/>
          <p:nvPr>
            <p:ph idx="2" type="body"/>
          </p:nvPr>
        </p:nvSpPr>
        <p:spPr>
          <a:xfrm>
            <a:off x="6667500" y="12042775"/>
            <a:ext cx="4951413" cy="11430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1600"/>
              <a:buNone/>
              <a:defRPr b="0" i="0" sz="1600">
                <a:solidFill>
                  <a:schemeClr val="lt1"/>
                </a:solidFill>
                <a:latin typeface="IBM Plex Sans Light"/>
                <a:ea typeface="IBM Plex Sans Light"/>
                <a:cs typeface="IBM Plex Sans Light"/>
                <a:sym typeface="IBM Plex Sans Light"/>
              </a:defRPr>
            </a:lvl1pPr>
            <a:lvl2pPr indent="-330200" lvl="1" marL="914400" algn="l">
              <a:lnSpc>
                <a:spcPct val="100000"/>
              </a:lnSpc>
              <a:spcBef>
                <a:spcPts val="0"/>
              </a:spcBef>
              <a:spcAft>
                <a:spcPts val="0"/>
              </a:spcAft>
              <a:buSzPts val="1600"/>
              <a:buChar char="•"/>
              <a:defRPr b="0" i="0" sz="1600">
                <a:solidFill>
                  <a:schemeClr val="lt1"/>
                </a:solidFill>
                <a:latin typeface="IBM Plex Sans Light"/>
                <a:ea typeface="IBM Plex Sans Light"/>
                <a:cs typeface="IBM Plex Sans Light"/>
                <a:sym typeface="IBM Plex Sans Light"/>
              </a:defRPr>
            </a:lvl2pPr>
            <a:lvl3pPr indent="-330200" lvl="2" marL="1371600" algn="l">
              <a:lnSpc>
                <a:spcPct val="100000"/>
              </a:lnSpc>
              <a:spcBef>
                <a:spcPts val="0"/>
              </a:spcBef>
              <a:spcAft>
                <a:spcPts val="0"/>
              </a:spcAft>
              <a:buSzPts val="1600"/>
              <a:buChar char="•"/>
              <a:defRPr b="0" i="0" sz="1600">
                <a:solidFill>
                  <a:schemeClr val="lt1"/>
                </a:solidFill>
                <a:latin typeface="IBM Plex Sans Light"/>
                <a:ea typeface="IBM Plex Sans Light"/>
                <a:cs typeface="IBM Plex Sans Light"/>
                <a:sym typeface="IBM Plex Sans Light"/>
              </a:defRPr>
            </a:lvl3pPr>
            <a:lvl4pPr indent="-330200" lvl="3" marL="1828800" algn="l">
              <a:lnSpc>
                <a:spcPct val="100000"/>
              </a:lnSpc>
              <a:spcBef>
                <a:spcPts val="0"/>
              </a:spcBef>
              <a:spcAft>
                <a:spcPts val="0"/>
              </a:spcAft>
              <a:buSzPts val="1600"/>
              <a:buChar char="•"/>
              <a:defRPr b="0" i="0" sz="1600">
                <a:solidFill>
                  <a:schemeClr val="lt1"/>
                </a:solidFill>
                <a:latin typeface="IBM Plex Sans Light"/>
                <a:ea typeface="IBM Plex Sans Light"/>
                <a:cs typeface="IBM Plex Sans Light"/>
                <a:sym typeface="IBM Plex Sans Light"/>
              </a:defRPr>
            </a:lvl4pPr>
            <a:lvl5pPr indent="-228600" lvl="4" marL="2286000" algn="l">
              <a:lnSpc>
                <a:spcPct val="120000"/>
              </a:lnSpc>
              <a:spcBef>
                <a:spcPts val="0"/>
              </a:spcBef>
              <a:spcAft>
                <a:spcPts val="0"/>
              </a:spcAft>
              <a:buClr>
                <a:srgbClr val="000000"/>
              </a:buClr>
              <a:buSzPts val="1600"/>
              <a:buNone/>
              <a:defRPr b="0" i="0" sz="1600">
                <a:latin typeface="IBM Plex Sans"/>
                <a:ea typeface="IBM Plex Sans"/>
                <a:cs typeface="IBM Plex Sans"/>
                <a:sym typeface="IBM Plex Sans"/>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96" name="Google Shape;96;p40"/>
          <p:cNvSpPr txBox="1"/>
          <p:nvPr>
            <p:ph idx="3" type="body"/>
          </p:nvPr>
        </p:nvSpPr>
        <p:spPr>
          <a:xfrm>
            <a:off x="12763500" y="385200"/>
            <a:ext cx="7620000" cy="28590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97" name="Google Shape;97;p40"/>
          <p:cNvSpPr txBox="1"/>
          <p:nvPr>
            <p:ph idx="4" type="body"/>
          </p:nvPr>
        </p:nvSpPr>
        <p:spPr>
          <a:xfrm>
            <a:off x="12763500" y="4187952"/>
            <a:ext cx="7620000" cy="285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98" name="Google Shape;98;p40"/>
          <p:cNvSpPr txBox="1"/>
          <p:nvPr>
            <p:ph idx="5" type="body"/>
          </p:nvPr>
        </p:nvSpPr>
        <p:spPr>
          <a:xfrm>
            <a:off x="12763500" y="8403336"/>
            <a:ext cx="7620000" cy="285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99" name="Google Shape;99;p40"/>
          <p:cNvSpPr txBox="1"/>
          <p:nvPr>
            <p:ph idx="6" type="body"/>
          </p:nvPr>
        </p:nvSpPr>
        <p:spPr>
          <a:xfrm>
            <a:off x="6667500" y="4187952"/>
            <a:ext cx="4951413" cy="285750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0"/>
              <a:buNone/>
              <a:defRPr b="0" i="0" sz="13000">
                <a:solidFill>
                  <a:schemeClr val="accen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00" name="Google Shape;100;p40"/>
          <p:cNvSpPr txBox="1"/>
          <p:nvPr>
            <p:ph idx="7" type="body"/>
          </p:nvPr>
        </p:nvSpPr>
        <p:spPr>
          <a:xfrm>
            <a:off x="6667501" y="8403336"/>
            <a:ext cx="4951411" cy="285750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0"/>
              <a:buNone/>
              <a:defRPr b="0" i="0" sz="13000">
                <a:solidFill>
                  <a:schemeClr val="accen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01" name="Google Shape;101;p40"/>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40"/>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4 columns ">
  <p:cSld name="Text, 4 columns ">
    <p:spTree>
      <p:nvGrpSpPr>
        <p:cNvPr id="103" name="Shape 103"/>
        <p:cNvGrpSpPr/>
        <p:nvPr/>
      </p:nvGrpSpPr>
      <p:grpSpPr>
        <a:xfrm>
          <a:off x="0" y="0"/>
          <a:ext cx="0" cy="0"/>
          <a:chOff x="0" y="0"/>
          <a:chExt cx="0" cy="0"/>
        </a:xfrm>
      </p:grpSpPr>
      <p:sp>
        <p:nvSpPr>
          <p:cNvPr id="104" name="Google Shape;104;p41"/>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5" name="Google Shape;105;p41"/>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41"/>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41"/>
          <p:cNvSpPr txBox="1"/>
          <p:nvPr>
            <p:ph idx="1" type="body"/>
          </p:nvPr>
        </p:nvSpPr>
        <p:spPr>
          <a:xfrm>
            <a:off x="6667500"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08" name="Google Shape;108;p41"/>
          <p:cNvSpPr txBox="1"/>
          <p:nvPr>
            <p:ph idx="2" type="body"/>
          </p:nvPr>
        </p:nvSpPr>
        <p:spPr>
          <a:xfrm>
            <a:off x="720724"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09" name="Google Shape;109;p41"/>
          <p:cNvSpPr txBox="1"/>
          <p:nvPr>
            <p:ph idx="3" type="body"/>
          </p:nvPr>
        </p:nvSpPr>
        <p:spPr>
          <a:xfrm>
            <a:off x="1273922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10" name="Google Shape;110;p41"/>
          <p:cNvSpPr txBox="1"/>
          <p:nvPr>
            <p:ph idx="4" type="body"/>
          </p:nvPr>
        </p:nvSpPr>
        <p:spPr>
          <a:xfrm>
            <a:off x="1885950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4 columns, short dividers">
  <p:cSld name="Text, 4 columns, short dividers">
    <p:spTree>
      <p:nvGrpSpPr>
        <p:cNvPr id="111" name="Shape 111"/>
        <p:cNvGrpSpPr/>
        <p:nvPr/>
      </p:nvGrpSpPr>
      <p:grpSpPr>
        <a:xfrm>
          <a:off x="0" y="0"/>
          <a:ext cx="0" cy="0"/>
          <a:chOff x="0" y="0"/>
          <a:chExt cx="0" cy="0"/>
        </a:xfrm>
      </p:grpSpPr>
      <p:sp>
        <p:nvSpPr>
          <p:cNvPr id="112" name="Google Shape;112;p42"/>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3" name="Google Shape;113;p42"/>
          <p:cNvSpPr txBox="1"/>
          <p:nvPr>
            <p:ph idx="1" type="body"/>
          </p:nvPr>
        </p:nvSpPr>
        <p:spPr>
          <a:xfrm>
            <a:off x="6667500" y="385200"/>
            <a:ext cx="4956175"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000"/>
              <a:buNone/>
              <a:defRPr b="0" i="0" sz="2000">
                <a:solidFill>
                  <a:schemeClr val="lt1"/>
                </a:solidFill>
                <a:latin typeface="IBM Plex Sans Light"/>
                <a:ea typeface="IBM Plex Sans Light"/>
                <a:cs typeface="IBM Plex Sans Light"/>
                <a:sym typeface="IBM Plex Sans Light"/>
              </a:defRPr>
            </a:lvl1pPr>
            <a:lvl2pPr indent="-355600" lvl="1" marL="914400" algn="l">
              <a:lnSpc>
                <a:spcPct val="100000"/>
              </a:lnSpc>
              <a:spcBef>
                <a:spcPts val="0"/>
              </a:spcBef>
              <a:spcAft>
                <a:spcPts val="0"/>
              </a:spcAft>
              <a:buSzPts val="2000"/>
              <a:buChar char="•"/>
              <a:defRPr b="0" i="0" sz="2000">
                <a:solidFill>
                  <a:schemeClr val="lt1"/>
                </a:solidFill>
                <a:latin typeface="IBM Plex Sans Light"/>
                <a:ea typeface="IBM Plex Sans Light"/>
                <a:cs typeface="IBM Plex Sans Light"/>
                <a:sym typeface="IBM Plex Sans Light"/>
              </a:defRPr>
            </a:lvl2pPr>
            <a:lvl3pPr indent="-355600" lvl="2" marL="1371600" algn="l">
              <a:lnSpc>
                <a:spcPct val="100000"/>
              </a:lnSpc>
              <a:spcBef>
                <a:spcPts val="0"/>
              </a:spcBef>
              <a:spcAft>
                <a:spcPts val="0"/>
              </a:spcAft>
              <a:buSzPts val="2000"/>
              <a:buChar char="•"/>
              <a:defRPr b="0" i="0" sz="2000">
                <a:solidFill>
                  <a:schemeClr val="lt1"/>
                </a:solidFill>
                <a:latin typeface="IBM Plex Sans Light"/>
                <a:ea typeface="IBM Plex Sans Light"/>
                <a:cs typeface="IBM Plex Sans Light"/>
                <a:sym typeface="IBM Plex Sans Light"/>
              </a:defRPr>
            </a:lvl3pPr>
            <a:lvl4pPr indent="-355600" lvl="3" marL="1828800" algn="l">
              <a:lnSpc>
                <a:spcPct val="100000"/>
              </a:lnSpc>
              <a:spcBef>
                <a:spcPts val="0"/>
              </a:spcBef>
              <a:spcAft>
                <a:spcPts val="0"/>
              </a:spcAft>
              <a:buSzPts val="2000"/>
              <a:buChar char="•"/>
              <a:defRPr b="0" i="0" sz="20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2000"/>
              <a:buNone/>
              <a:defRPr b="0" i="0" sz="2000">
                <a:solidFill>
                  <a:schemeClr val="lt1"/>
                </a:solidFill>
                <a:latin typeface="IBM Plex Sans"/>
                <a:ea typeface="IBM Plex Sans"/>
                <a:cs typeface="IBM Plex Sans"/>
                <a:sym typeface="IBM Plex Sans"/>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cxnSp>
        <p:nvCxnSpPr>
          <p:cNvPr id="114" name="Google Shape;114;p42"/>
          <p:cNvCxnSpPr/>
          <p:nvPr/>
        </p:nvCxnSpPr>
        <p:spPr>
          <a:xfrm>
            <a:off x="6096000" y="3429000"/>
            <a:ext cx="0" cy="8572500"/>
          </a:xfrm>
          <a:prstGeom prst="straightConnector1">
            <a:avLst/>
          </a:prstGeom>
          <a:noFill/>
          <a:ln cap="flat" cmpd="sng" w="12700">
            <a:solidFill>
              <a:schemeClr val="lt1"/>
            </a:solidFill>
            <a:prstDash val="solid"/>
            <a:round/>
            <a:headEnd len="sm" w="sm" type="none"/>
            <a:tailEnd len="sm" w="sm" type="none"/>
          </a:ln>
        </p:spPr>
      </p:cxnSp>
      <p:cxnSp>
        <p:nvCxnSpPr>
          <p:cNvPr id="115" name="Google Shape;115;p42"/>
          <p:cNvCxnSpPr/>
          <p:nvPr/>
        </p:nvCxnSpPr>
        <p:spPr>
          <a:xfrm>
            <a:off x="12188952" y="3429000"/>
            <a:ext cx="0" cy="8577072"/>
          </a:xfrm>
          <a:prstGeom prst="straightConnector1">
            <a:avLst/>
          </a:prstGeom>
          <a:noFill/>
          <a:ln cap="flat" cmpd="sng" w="12700">
            <a:solidFill>
              <a:schemeClr val="lt1"/>
            </a:solidFill>
            <a:prstDash val="solid"/>
            <a:round/>
            <a:headEnd len="sm" w="sm" type="none"/>
            <a:tailEnd len="sm" w="sm" type="none"/>
          </a:ln>
        </p:spPr>
      </p:cxnSp>
      <p:cxnSp>
        <p:nvCxnSpPr>
          <p:cNvPr id="116" name="Google Shape;116;p42"/>
          <p:cNvCxnSpPr/>
          <p:nvPr/>
        </p:nvCxnSpPr>
        <p:spPr>
          <a:xfrm>
            <a:off x="18288000" y="3429000"/>
            <a:ext cx="0" cy="8577072"/>
          </a:xfrm>
          <a:prstGeom prst="straightConnector1">
            <a:avLst/>
          </a:prstGeom>
          <a:noFill/>
          <a:ln cap="flat" cmpd="sng" w="12700">
            <a:solidFill>
              <a:schemeClr val="lt1"/>
            </a:solidFill>
            <a:prstDash val="solid"/>
            <a:round/>
            <a:headEnd len="sm" w="sm" type="none"/>
            <a:tailEnd len="sm" w="sm" type="none"/>
          </a:ln>
        </p:spPr>
      </p:cxnSp>
      <p:sp>
        <p:nvSpPr>
          <p:cNvPr id="117" name="Google Shape;117;p42"/>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42"/>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42"/>
          <p:cNvSpPr txBox="1"/>
          <p:nvPr>
            <p:ph idx="2" type="body"/>
          </p:nvPr>
        </p:nvSpPr>
        <p:spPr>
          <a:xfrm>
            <a:off x="6667500"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20" name="Google Shape;120;p42"/>
          <p:cNvSpPr txBox="1"/>
          <p:nvPr>
            <p:ph idx="3" type="body"/>
          </p:nvPr>
        </p:nvSpPr>
        <p:spPr>
          <a:xfrm>
            <a:off x="720724"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21" name="Google Shape;121;p42"/>
          <p:cNvSpPr txBox="1"/>
          <p:nvPr>
            <p:ph idx="4" type="body"/>
          </p:nvPr>
        </p:nvSpPr>
        <p:spPr>
          <a:xfrm>
            <a:off x="1273922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22" name="Google Shape;122;p42"/>
          <p:cNvSpPr txBox="1"/>
          <p:nvPr>
            <p:ph idx="5" type="body"/>
          </p:nvPr>
        </p:nvSpPr>
        <p:spPr>
          <a:xfrm>
            <a:off x="1885950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4 columns, dividers, headlines">
  <p:cSld name="Text, 4 columns, dividers, headlines">
    <p:spTree>
      <p:nvGrpSpPr>
        <p:cNvPr id="123" name="Shape 123"/>
        <p:cNvGrpSpPr/>
        <p:nvPr/>
      </p:nvGrpSpPr>
      <p:grpSpPr>
        <a:xfrm>
          <a:off x="0" y="0"/>
          <a:ext cx="0" cy="0"/>
          <a:chOff x="0" y="0"/>
          <a:chExt cx="0" cy="0"/>
        </a:xfrm>
      </p:grpSpPr>
      <p:sp>
        <p:nvSpPr>
          <p:cNvPr id="124" name="Google Shape;124;p43"/>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25" name="Google Shape;125;p43"/>
          <p:cNvSpPr txBox="1"/>
          <p:nvPr>
            <p:ph idx="1" type="body"/>
          </p:nvPr>
        </p:nvSpPr>
        <p:spPr>
          <a:xfrm>
            <a:off x="6667500" y="576072"/>
            <a:ext cx="4956175"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2800"/>
              <a:buNone/>
              <a:defRPr sz="28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26" name="Google Shape;126;p43"/>
          <p:cNvSpPr txBox="1"/>
          <p:nvPr>
            <p:ph idx="2" type="body"/>
          </p:nvPr>
        </p:nvSpPr>
        <p:spPr>
          <a:xfrm>
            <a:off x="12763500" y="576072"/>
            <a:ext cx="4953000"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2800"/>
              <a:buNone/>
              <a:defRPr sz="28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27" name="Google Shape;127;p43"/>
          <p:cNvSpPr txBox="1"/>
          <p:nvPr>
            <p:ph idx="3" type="body"/>
          </p:nvPr>
        </p:nvSpPr>
        <p:spPr>
          <a:xfrm>
            <a:off x="18859500" y="576072"/>
            <a:ext cx="4959350"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2800"/>
              <a:buNone/>
              <a:defRPr sz="28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cxnSp>
        <p:nvCxnSpPr>
          <p:cNvPr id="128" name="Google Shape;128;p43"/>
          <p:cNvCxnSpPr/>
          <p:nvPr/>
        </p:nvCxnSpPr>
        <p:spPr>
          <a:xfrm>
            <a:off x="6096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129" name="Google Shape;129;p43"/>
          <p:cNvCxnSpPr/>
          <p:nvPr/>
        </p:nvCxnSpPr>
        <p:spPr>
          <a:xfrm>
            <a:off x="12188952" y="566928"/>
            <a:ext cx="0" cy="11431587"/>
          </a:xfrm>
          <a:prstGeom prst="straightConnector1">
            <a:avLst/>
          </a:prstGeom>
          <a:noFill/>
          <a:ln cap="flat" cmpd="sng" w="12700">
            <a:solidFill>
              <a:schemeClr val="lt1"/>
            </a:solidFill>
            <a:prstDash val="solid"/>
            <a:round/>
            <a:headEnd len="sm" w="sm" type="none"/>
            <a:tailEnd len="sm" w="sm" type="none"/>
          </a:ln>
        </p:spPr>
      </p:cxnSp>
      <p:cxnSp>
        <p:nvCxnSpPr>
          <p:cNvPr id="130" name="Google Shape;130;p43"/>
          <p:cNvCxnSpPr/>
          <p:nvPr/>
        </p:nvCxnSpPr>
        <p:spPr>
          <a:xfrm>
            <a:off x="18288000" y="569913"/>
            <a:ext cx="0" cy="11431587"/>
          </a:xfrm>
          <a:prstGeom prst="straightConnector1">
            <a:avLst/>
          </a:prstGeom>
          <a:noFill/>
          <a:ln cap="flat" cmpd="sng" w="12700">
            <a:solidFill>
              <a:schemeClr val="lt1"/>
            </a:solidFill>
            <a:prstDash val="solid"/>
            <a:round/>
            <a:headEnd len="sm" w="sm" type="none"/>
            <a:tailEnd len="sm" w="sm" type="none"/>
          </a:ln>
        </p:spPr>
      </p:cxnSp>
      <p:sp>
        <p:nvSpPr>
          <p:cNvPr id="131" name="Google Shape;131;p43"/>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43"/>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3"/>
          <p:cNvSpPr txBox="1"/>
          <p:nvPr>
            <p:ph idx="4" type="body"/>
          </p:nvPr>
        </p:nvSpPr>
        <p:spPr>
          <a:xfrm>
            <a:off x="6667500"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34" name="Google Shape;134;p43"/>
          <p:cNvSpPr txBox="1"/>
          <p:nvPr>
            <p:ph idx="5" type="body"/>
          </p:nvPr>
        </p:nvSpPr>
        <p:spPr>
          <a:xfrm>
            <a:off x="1273922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35" name="Google Shape;135;p43"/>
          <p:cNvSpPr txBox="1"/>
          <p:nvPr>
            <p:ph idx="6" type="body"/>
          </p:nvPr>
        </p:nvSpPr>
        <p:spPr>
          <a:xfrm>
            <a:off x="1885950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4 columns, dividers, pictograms">
  <p:cSld name="Text, 4 columns, dividers, pictograms">
    <p:spTree>
      <p:nvGrpSpPr>
        <p:cNvPr id="136" name="Shape 136"/>
        <p:cNvGrpSpPr/>
        <p:nvPr/>
      </p:nvGrpSpPr>
      <p:grpSpPr>
        <a:xfrm>
          <a:off x="0" y="0"/>
          <a:ext cx="0" cy="0"/>
          <a:chOff x="0" y="0"/>
          <a:chExt cx="0" cy="0"/>
        </a:xfrm>
      </p:grpSpPr>
      <p:sp>
        <p:nvSpPr>
          <p:cNvPr id="137" name="Google Shape;137;p44"/>
          <p:cNvSpPr txBox="1"/>
          <p:nvPr>
            <p:ph type="title"/>
          </p:nvPr>
        </p:nvSpPr>
        <p:spPr>
          <a:xfrm>
            <a:off x="576072" y="385200"/>
            <a:ext cx="4949825" cy="20970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2800"/>
              <a:buFont typeface="IBM Plex Sans Light"/>
              <a:buNone/>
              <a:defRPr b="0" i="0" sz="28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38" name="Google Shape;138;p44"/>
          <p:cNvSpPr txBox="1"/>
          <p:nvPr>
            <p:ph idx="1" type="body"/>
          </p:nvPr>
        </p:nvSpPr>
        <p:spPr>
          <a:xfrm>
            <a:off x="576072" y="3429000"/>
            <a:ext cx="4956175" cy="4000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1"/>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39" name="Google Shape;139;p44"/>
          <p:cNvSpPr/>
          <p:nvPr>
            <p:ph idx="2" type="pic"/>
          </p:nvPr>
        </p:nvSpPr>
        <p:spPr>
          <a:xfrm>
            <a:off x="6667500" y="576072"/>
            <a:ext cx="1216152" cy="1216152"/>
          </a:xfrm>
          <a:prstGeom prst="rect">
            <a:avLst/>
          </a:prstGeom>
          <a:noFill/>
          <a:ln>
            <a:noFill/>
          </a:ln>
        </p:spPr>
      </p:sp>
      <p:sp>
        <p:nvSpPr>
          <p:cNvPr id="140" name="Google Shape;140;p44"/>
          <p:cNvSpPr/>
          <p:nvPr>
            <p:ph idx="3" type="pic"/>
          </p:nvPr>
        </p:nvSpPr>
        <p:spPr>
          <a:xfrm>
            <a:off x="12776353" y="576072"/>
            <a:ext cx="1216152" cy="1216152"/>
          </a:xfrm>
          <a:prstGeom prst="rect">
            <a:avLst/>
          </a:prstGeom>
          <a:noFill/>
          <a:ln>
            <a:noFill/>
          </a:ln>
        </p:spPr>
      </p:sp>
      <p:sp>
        <p:nvSpPr>
          <p:cNvPr id="141" name="Google Shape;141;p44"/>
          <p:cNvSpPr/>
          <p:nvPr>
            <p:ph idx="4" type="pic"/>
          </p:nvPr>
        </p:nvSpPr>
        <p:spPr>
          <a:xfrm>
            <a:off x="18859500" y="576072"/>
            <a:ext cx="1216152" cy="1216152"/>
          </a:xfrm>
          <a:prstGeom prst="rect">
            <a:avLst/>
          </a:prstGeom>
          <a:noFill/>
          <a:ln>
            <a:noFill/>
          </a:ln>
        </p:spPr>
      </p:sp>
      <p:sp>
        <p:nvSpPr>
          <p:cNvPr id="142" name="Google Shape;142;p44"/>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43" name="Google Shape;143;p44"/>
          <p:cNvCxnSpPr/>
          <p:nvPr/>
        </p:nvCxnSpPr>
        <p:spPr>
          <a:xfrm>
            <a:off x="6096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144" name="Google Shape;144;p44"/>
          <p:cNvCxnSpPr/>
          <p:nvPr/>
        </p:nvCxnSpPr>
        <p:spPr>
          <a:xfrm>
            <a:off x="12188952" y="566928"/>
            <a:ext cx="0" cy="11431587"/>
          </a:xfrm>
          <a:prstGeom prst="straightConnector1">
            <a:avLst/>
          </a:prstGeom>
          <a:noFill/>
          <a:ln cap="flat" cmpd="sng" w="12700">
            <a:solidFill>
              <a:schemeClr val="lt1"/>
            </a:solidFill>
            <a:prstDash val="solid"/>
            <a:round/>
            <a:headEnd len="sm" w="sm" type="none"/>
            <a:tailEnd len="sm" w="sm" type="none"/>
          </a:ln>
        </p:spPr>
      </p:cxnSp>
      <p:cxnSp>
        <p:nvCxnSpPr>
          <p:cNvPr id="145" name="Google Shape;145;p44"/>
          <p:cNvCxnSpPr/>
          <p:nvPr/>
        </p:nvCxnSpPr>
        <p:spPr>
          <a:xfrm>
            <a:off x="18288000" y="569913"/>
            <a:ext cx="0" cy="11431587"/>
          </a:xfrm>
          <a:prstGeom prst="straightConnector1">
            <a:avLst/>
          </a:prstGeom>
          <a:noFill/>
          <a:ln cap="flat" cmpd="sng" w="12700">
            <a:solidFill>
              <a:schemeClr val="lt1"/>
            </a:solidFill>
            <a:prstDash val="solid"/>
            <a:round/>
            <a:headEnd len="sm" w="sm" type="none"/>
            <a:tailEnd len="sm" w="sm" type="none"/>
          </a:ln>
        </p:spPr>
      </p:cxnSp>
      <p:sp>
        <p:nvSpPr>
          <p:cNvPr id="146" name="Google Shape;146;p44"/>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47" name="Google Shape;147;p44"/>
          <p:cNvSpPr txBox="1"/>
          <p:nvPr>
            <p:ph idx="5" type="body"/>
          </p:nvPr>
        </p:nvSpPr>
        <p:spPr>
          <a:xfrm>
            <a:off x="6667500"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48" name="Google Shape;148;p44"/>
          <p:cNvSpPr txBox="1"/>
          <p:nvPr>
            <p:ph idx="6" type="body"/>
          </p:nvPr>
        </p:nvSpPr>
        <p:spPr>
          <a:xfrm>
            <a:off x="1273922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49" name="Google Shape;149;p44"/>
          <p:cNvSpPr txBox="1"/>
          <p:nvPr>
            <p:ph idx="7" type="body"/>
          </p:nvPr>
        </p:nvSpPr>
        <p:spPr>
          <a:xfrm>
            <a:off x="1885950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1 wide column, divider">
  <p:cSld name="Text, 1 wide column, divider">
    <p:spTree>
      <p:nvGrpSpPr>
        <p:cNvPr id="150" name="Shape 150"/>
        <p:cNvGrpSpPr/>
        <p:nvPr/>
      </p:nvGrpSpPr>
      <p:grpSpPr>
        <a:xfrm>
          <a:off x="0" y="0"/>
          <a:ext cx="0" cy="0"/>
          <a:chOff x="0" y="0"/>
          <a:chExt cx="0" cy="0"/>
        </a:xfrm>
      </p:grpSpPr>
      <p:sp>
        <p:nvSpPr>
          <p:cNvPr id="151" name="Google Shape;151;p45"/>
          <p:cNvSpPr txBox="1"/>
          <p:nvPr>
            <p:ph type="title"/>
          </p:nvPr>
        </p:nvSpPr>
        <p:spPr>
          <a:xfrm>
            <a:off x="576072" y="384048"/>
            <a:ext cx="4949825" cy="114141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2" name="Google Shape;152;p45"/>
          <p:cNvSpPr txBox="1"/>
          <p:nvPr>
            <p:ph idx="1" type="body"/>
          </p:nvPr>
        </p:nvSpPr>
        <p:spPr>
          <a:xfrm>
            <a:off x="6665976" y="384048"/>
            <a:ext cx="4956175" cy="114141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2"/>
                </a:solidFill>
                <a:latin typeface="IBM Plex Sans Light"/>
                <a:ea typeface="IBM Plex Sans Light"/>
                <a:cs typeface="IBM Plex Sans Light"/>
                <a:sym typeface="IBM Plex Sans Light"/>
              </a:defRPr>
            </a:lvl1pPr>
            <a:lvl2pPr indent="-406400" lvl="1" marL="914400" algn="l">
              <a:lnSpc>
                <a:spcPct val="100000"/>
              </a:lnSpc>
              <a:spcBef>
                <a:spcPts val="0"/>
              </a:spcBef>
              <a:spcAft>
                <a:spcPts val="0"/>
              </a:spcAft>
              <a:buSzPts val="2800"/>
              <a:buChar char="•"/>
              <a:defRPr sz="2800"/>
            </a:lvl2pPr>
            <a:lvl3pPr indent="-406400" lvl="2" marL="1371600" algn="l">
              <a:lnSpc>
                <a:spcPct val="100000"/>
              </a:lnSpc>
              <a:spcBef>
                <a:spcPts val="0"/>
              </a:spcBef>
              <a:spcAft>
                <a:spcPts val="0"/>
              </a:spcAft>
              <a:buSzPts val="2800"/>
              <a:buChar char="•"/>
              <a:defRPr sz="2800"/>
            </a:lvl3pPr>
            <a:lvl4pPr indent="-406400" lvl="3" marL="1828800" algn="l">
              <a:lnSpc>
                <a:spcPct val="100000"/>
              </a:lnSpc>
              <a:spcBef>
                <a:spcPts val="0"/>
              </a:spcBef>
              <a:spcAft>
                <a:spcPts val="0"/>
              </a:spcAft>
              <a:buSzPts val="2800"/>
              <a:buChar char="•"/>
              <a:defRPr sz="2800"/>
            </a:lvl4pPr>
            <a:lvl5pPr indent="-228600" lvl="4" marL="2286000" algn="l">
              <a:lnSpc>
                <a:spcPct val="110000"/>
              </a:lnSpc>
              <a:spcBef>
                <a:spcPts val="0"/>
              </a:spcBef>
              <a:spcAft>
                <a:spcPts val="0"/>
              </a:spcAft>
              <a:buClr>
                <a:srgbClr val="000000"/>
              </a:buClr>
              <a:buSzPts val="2800"/>
              <a:buNone/>
              <a:defRPr sz="2800"/>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53" name="Google Shape;153;p45"/>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45"/>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55" name="Google Shape;155;p45"/>
          <p:cNvSpPr txBox="1"/>
          <p:nvPr>
            <p:ph idx="2" type="body"/>
          </p:nvPr>
        </p:nvSpPr>
        <p:spPr>
          <a:xfrm>
            <a:off x="6667500"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56" name="Google Shape;156;p45"/>
          <p:cNvSpPr txBox="1"/>
          <p:nvPr>
            <p:ph idx="3" type="body"/>
          </p:nvPr>
        </p:nvSpPr>
        <p:spPr>
          <a:xfrm>
            <a:off x="12739220" y="3429000"/>
            <a:ext cx="10183842"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wide columns">
  <p:cSld name="Text, 2 wide columns">
    <p:spTree>
      <p:nvGrpSpPr>
        <p:cNvPr id="157" name="Shape 157"/>
        <p:cNvGrpSpPr/>
        <p:nvPr/>
      </p:nvGrpSpPr>
      <p:grpSpPr>
        <a:xfrm>
          <a:off x="0" y="0"/>
          <a:ext cx="0" cy="0"/>
          <a:chOff x="0" y="0"/>
          <a:chExt cx="0" cy="0"/>
        </a:xfrm>
      </p:grpSpPr>
      <p:sp>
        <p:nvSpPr>
          <p:cNvPr id="158" name="Google Shape;158;p46"/>
          <p:cNvSpPr txBox="1"/>
          <p:nvPr>
            <p:ph type="title"/>
          </p:nvPr>
        </p:nvSpPr>
        <p:spPr>
          <a:xfrm>
            <a:off x="576072" y="385200"/>
            <a:ext cx="7424927" cy="1906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9" name="Google Shape;159;p46"/>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46"/>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61" name="Google Shape;161;p46"/>
          <p:cNvSpPr txBox="1"/>
          <p:nvPr>
            <p:ph idx="1" type="body"/>
          </p:nvPr>
        </p:nvSpPr>
        <p:spPr>
          <a:xfrm>
            <a:off x="12739220" y="3429000"/>
            <a:ext cx="10183842" cy="85724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62" name="Google Shape;162;p46"/>
          <p:cNvSpPr txBox="1"/>
          <p:nvPr>
            <p:ph idx="2" type="body"/>
          </p:nvPr>
        </p:nvSpPr>
        <p:spPr>
          <a:xfrm>
            <a:off x="576072" y="3429000"/>
            <a:ext cx="10183842" cy="85724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columns, large title">
  <p:cSld name="Text, 2 columns, large title">
    <p:spTree>
      <p:nvGrpSpPr>
        <p:cNvPr id="163" name="Shape 163"/>
        <p:cNvGrpSpPr/>
        <p:nvPr/>
      </p:nvGrpSpPr>
      <p:grpSpPr>
        <a:xfrm>
          <a:off x="0" y="0"/>
          <a:ext cx="0" cy="0"/>
          <a:chOff x="0" y="0"/>
          <a:chExt cx="0" cy="0"/>
        </a:xfrm>
      </p:grpSpPr>
      <p:sp>
        <p:nvSpPr>
          <p:cNvPr id="164" name="Google Shape;164;p47"/>
          <p:cNvSpPr txBox="1"/>
          <p:nvPr>
            <p:ph type="title"/>
          </p:nvPr>
        </p:nvSpPr>
        <p:spPr>
          <a:xfrm>
            <a:off x="576072" y="384048"/>
            <a:ext cx="11045825" cy="4573587"/>
          </a:xfrm>
          <a:prstGeom prst="rect">
            <a:avLst/>
          </a:prstGeom>
          <a:noFill/>
          <a:ln>
            <a:noFill/>
          </a:ln>
        </p:spPr>
        <p:txBody>
          <a:bodyPr anchorCtr="0" anchor="t" bIns="0" lIns="0" spcFirstLastPara="1" rIns="457200" wrap="square" tIns="0">
            <a:noAutofit/>
          </a:bodyPr>
          <a:lstStyle>
            <a:lvl1pPr lvl="0" algn="l">
              <a:lnSpc>
                <a:spcPct val="100000"/>
              </a:lnSpc>
              <a:spcBef>
                <a:spcPts val="0"/>
              </a:spcBef>
              <a:spcAft>
                <a:spcPts val="0"/>
              </a:spcAft>
              <a:buClr>
                <a:schemeClr val="lt2"/>
              </a:buClr>
              <a:buSzPts val="6400"/>
              <a:buFont typeface="IBM Plex Sans Light"/>
              <a:buNone/>
              <a:defRPr b="0" i="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65" name="Google Shape;165;p47"/>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47"/>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47"/>
          <p:cNvSpPr txBox="1"/>
          <p:nvPr>
            <p:ph idx="1" type="body"/>
          </p:nvPr>
        </p:nvSpPr>
        <p:spPr>
          <a:xfrm>
            <a:off x="12775460" y="384044"/>
            <a:ext cx="4963923"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68" name="Google Shape;168;p47"/>
          <p:cNvSpPr txBox="1"/>
          <p:nvPr>
            <p:ph idx="2" type="body"/>
          </p:nvPr>
        </p:nvSpPr>
        <p:spPr>
          <a:xfrm>
            <a:off x="18847180" y="384045"/>
            <a:ext cx="4963923" cy="114315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columns, small title">
  <p:cSld name="Text, 2 columns, small title">
    <p:spTree>
      <p:nvGrpSpPr>
        <p:cNvPr id="169" name="Shape 169"/>
        <p:cNvGrpSpPr/>
        <p:nvPr/>
      </p:nvGrpSpPr>
      <p:grpSpPr>
        <a:xfrm>
          <a:off x="0" y="0"/>
          <a:ext cx="0" cy="0"/>
          <a:chOff x="0" y="0"/>
          <a:chExt cx="0" cy="0"/>
        </a:xfrm>
      </p:grpSpPr>
      <p:sp>
        <p:nvSpPr>
          <p:cNvPr id="170" name="Google Shape;170;p48"/>
          <p:cNvSpPr txBox="1"/>
          <p:nvPr>
            <p:ph type="title"/>
          </p:nvPr>
        </p:nvSpPr>
        <p:spPr>
          <a:xfrm>
            <a:off x="576072" y="385200"/>
            <a:ext cx="4953000"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4400"/>
              <a:buFont typeface="IBM Plex Sans Light"/>
              <a:buNone/>
              <a:defRPr b="0" i="0" sz="4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71" name="Google Shape;171;p48"/>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48"/>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73" name="Google Shape;173;p48"/>
          <p:cNvSpPr txBox="1"/>
          <p:nvPr>
            <p:ph idx="1" type="body"/>
          </p:nvPr>
        </p:nvSpPr>
        <p:spPr>
          <a:xfrm>
            <a:off x="12775460" y="384044"/>
            <a:ext cx="4963923"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74" name="Google Shape;174;p48"/>
          <p:cNvSpPr txBox="1"/>
          <p:nvPr>
            <p:ph idx="2" type="body"/>
          </p:nvPr>
        </p:nvSpPr>
        <p:spPr>
          <a:xfrm>
            <a:off x="18847180" y="384045"/>
            <a:ext cx="4963923" cy="114315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columns, dividers, large title">
  <p:cSld name="Text, 2 columns, dividers, large title">
    <p:spTree>
      <p:nvGrpSpPr>
        <p:cNvPr id="175" name="Shape 175"/>
        <p:cNvGrpSpPr/>
        <p:nvPr/>
      </p:nvGrpSpPr>
      <p:grpSpPr>
        <a:xfrm>
          <a:off x="0" y="0"/>
          <a:ext cx="0" cy="0"/>
          <a:chOff x="0" y="0"/>
          <a:chExt cx="0" cy="0"/>
        </a:xfrm>
      </p:grpSpPr>
      <p:sp>
        <p:nvSpPr>
          <p:cNvPr id="176" name="Google Shape;176;p49"/>
          <p:cNvSpPr txBox="1"/>
          <p:nvPr>
            <p:ph type="title"/>
          </p:nvPr>
        </p:nvSpPr>
        <p:spPr>
          <a:xfrm>
            <a:off x="576072" y="384048"/>
            <a:ext cx="11039476" cy="4573587"/>
          </a:xfrm>
          <a:prstGeom prst="rect">
            <a:avLst/>
          </a:prstGeom>
          <a:noFill/>
          <a:ln>
            <a:noFill/>
          </a:ln>
        </p:spPr>
        <p:txBody>
          <a:bodyPr anchorCtr="0" anchor="t" bIns="0" lIns="0" spcFirstLastPara="1" rIns="457200" wrap="square" tIns="0">
            <a:noAutofit/>
          </a:bodyPr>
          <a:lstStyle>
            <a:lvl1pPr lvl="0" algn="l">
              <a:lnSpc>
                <a:spcPct val="100000"/>
              </a:lnSpc>
              <a:spcBef>
                <a:spcPts val="0"/>
              </a:spcBef>
              <a:spcAft>
                <a:spcPts val="0"/>
              </a:spcAft>
              <a:buClr>
                <a:schemeClr val="lt2"/>
              </a:buClr>
              <a:buSzPts val="6400"/>
              <a:buFont typeface="IBM Plex Sans Light"/>
              <a:buNone/>
              <a:defRPr b="0" i="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77" name="Google Shape;177;p49"/>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9"/>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79" name="Google Shape;179;p49"/>
          <p:cNvSpPr txBox="1"/>
          <p:nvPr>
            <p:ph idx="1" type="body"/>
          </p:nvPr>
        </p:nvSpPr>
        <p:spPr>
          <a:xfrm>
            <a:off x="12787780" y="3429000"/>
            <a:ext cx="4963923" cy="85724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80" name="Google Shape;180;p49"/>
          <p:cNvSpPr txBox="1"/>
          <p:nvPr>
            <p:ph idx="2" type="body"/>
          </p:nvPr>
        </p:nvSpPr>
        <p:spPr>
          <a:xfrm>
            <a:off x="18859500" y="3429002"/>
            <a:ext cx="4963923" cy="857249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81" name="Google Shape;181;p49"/>
          <p:cNvSpPr txBox="1"/>
          <p:nvPr>
            <p:ph idx="3" type="body"/>
          </p:nvPr>
        </p:nvSpPr>
        <p:spPr>
          <a:xfrm>
            <a:off x="12787780" y="384048"/>
            <a:ext cx="4963923"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82" name="Google Shape;182;p49"/>
          <p:cNvSpPr txBox="1"/>
          <p:nvPr>
            <p:ph idx="4" type="body"/>
          </p:nvPr>
        </p:nvSpPr>
        <p:spPr>
          <a:xfrm>
            <a:off x="18847180" y="384048"/>
            <a:ext cx="4963923"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columns, dividers, small title">
  <p:cSld name="Text, 2 columns, dividers, small title">
    <p:spTree>
      <p:nvGrpSpPr>
        <p:cNvPr id="183" name="Shape 183"/>
        <p:cNvGrpSpPr/>
        <p:nvPr/>
      </p:nvGrpSpPr>
      <p:grpSpPr>
        <a:xfrm>
          <a:off x="0" y="0"/>
          <a:ext cx="0" cy="0"/>
          <a:chOff x="0" y="0"/>
          <a:chExt cx="0" cy="0"/>
        </a:xfrm>
      </p:grpSpPr>
      <p:sp>
        <p:nvSpPr>
          <p:cNvPr id="184" name="Google Shape;184;p50"/>
          <p:cNvSpPr txBox="1"/>
          <p:nvPr>
            <p:ph type="title"/>
          </p:nvPr>
        </p:nvSpPr>
        <p:spPr>
          <a:xfrm>
            <a:off x="576072" y="385200"/>
            <a:ext cx="4949826"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4400"/>
              <a:buFont typeface="IBM Plex Sans Light"/>
              <a:buNone/>
              <a:defRPr b="0" i="0" sz="4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85" name="Google Shape;185;p50"/>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50"/>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187" name="Google Shape;187;p50"/>
          <p:cNvSpPr txBox="1"/>
          <p:nvPr>
            <p:ph idx="1" type="body"/>
          </p:nvPr>
        </p:nvSpPr>
        <p:spPr>
          <a:xfrm>
            <a:off x="12787780" y="3429000"/>
            <a:ext cx="4963923" cy="85724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800"/>
              <a:buNone/>
              <a:defRPr b="0" i="0" sz="2800">
                <a:solidFill>
                  <a:schemeClr val="lt1"/>
                </a:solidFill>
                <a:latin typeface="IBM Plex Sans Light"/>
                <a:ea typeface="IBM Plex Sans Light"/>
                <a:cs typeface="IBM Plex Sans Light"/>
                <a:sym typeface="IBM Plex Sans Light"/>
              </a:defRPr>
            </a:lvl1pPr>
            <a:lvl2pPr indent="-406400" lvl="1" marL="9144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2pPr>
            <a:lvl3pPr indent="-406400" lvl="2" marL="13716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3pPr>
            <a:lvl4pPr indent="-406400" lvl="3" marL="18288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88" name="Google Shape;188;p50"/>
          <p:cNvSpPr txBox="1"/>
          <p:nvPr>
            <p:ph idx="2" type="body"/>
          </p:nvPr>
        </p:nvSpPr>
        <p:spPr>
          <a:xfrm>
            <a:off x="18859500" y="3429002"/>
            <a:ext cx="4963923" cy="857249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800"/>
              <a:buNone/>
              <a:defRPr b="0" i="0" sz="2800">
                <a:solidFill>
                  <a:schemeClr val="lt1"/>
                </a:solidFill>
                <a:latin typeface="IBM Plex Sans Light"/>
                <a:ea typeface="IBM Plex Sans Light"/>
                <a:cs typeface="IBM Plex Sans Light"/>
                <a:sym typeface="IBM Plex Sans Light"/>
              </a:defRPr>
            </a:lvl1pPr>
            <a:lvl2pPr indent="-406400" lvl="1" marL="9144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2pPr>
            <a:lvl3pPr indent="-406400" lvl="2" marL="13716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3pPr>
            <a:lvl4pPr indent="-406400" lvl="3" marL="18288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89" name="Google Shape;189;p50"/>
          <p:cNvSpPr txBox="1"/>
          <p:nvPr>
            <p:ph idx="3" type="body"/>
          </p:nvPr>
        </p:nvSpPr>
        <p:spPr>
          <a:xfrm>
            <a:off x="12787780" y="384048"/>
            <a:ext cx="4963923"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90" name="Google Shape;190;p50"/>
          <p:cNvSpPr txBox="1"/>
          <p:nvPr>
            <p:ph idx="4" type="body"/>
          </p:nvPr>
        </p:nvSpPr>
        <p:spPr>
          <a:xfrm>
            <a:off x="18847180" y="384048"/>
            <a:ext cx="4963923" cy="1525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columns, dividers, pictograms">
  <p:cSld name="Text, 2 columns, dividers, pictograms">
    <p:spTree>
      <p:nvGrpSpPr>
        <p:cNvPr id="191" name="Shape 191"/>
        <p:cNvGrpSpPr/>
        <p:nvPr/>
      </p:nvGrpSpPr>
      <p:grpSpPr>
        <a:xfrm>
          <a:off x="0" y="0"/>
          <a:ext cx="0" cy="0"/>
          <a:chOff x="0" y="0"/>
          <a:chExt cx="0" cy="0"/>
        </a:xfrm>
      </p:grpSpPr>
      <p:sp>
        <p:nvSpPr>
          <p:cNvPr id="192" name="Google Shape;192;p51"/>
          <p:cNvSpPr txBox="1"/>
          <p:nvPr>
            <p:ph type="title"/>
          </p:nvPr>
        </p:nvSpPr>
        <p:spPr>
          <a:xfrm>
            <a:off x="576072" y="384048"/>
            <a:ext cx="4949825" cy="1141413"/>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3" name="Google Shape;193;p51"/>
          <p:cNvSpPr txBox="1"/>
          <p:nvPr>
            <p:ph idx="1" type="body"/>
          </p:nvPr>
        </p:nvSpPr>
        <p:spPr>
          <a:xfrm>
            <a:off x="6669151" y="384048"/>
            <a:ext cx="4956175" cy="114141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2"/>
                </a:solidFill>
                <a:latin typeface="IBM Plex Sans Light"/>
                <a:ea typeface="IBM Plex Sans Light"/>
                <a:cs typeface="IBM Plex Sans Light"/>
                <a:sym typeface="IBM Plex Sans Light"/>
              </a:defRPr>
            </a:lvl1pPr>
            <a:lvl2pPr indent="-406400" lvl="1" marL="914400" algn="l">
              <a:lnSpc>
                <a:spcPct val="90000"/>
              </a:lnSpc>
              <a:spcBef>
                <a:spcPts val="0"/>
              </a:spcBef>
              <a:spcAft>
                <a:spcPts val="0"/>
              </a:spcAft>
              <a:buSzPts val="2800"/>
              <a:buChar char="•"/>
              <a:defRPr sz="2800"/>
            </a:lvl2pPr>
            <a:lvl3pPr indent="-406400" lvl="2" marL="1371600" algn="l">
              <a:lnSpc>
                <a:spcPct val="90000"/>
              </a:lnSpc>
              <a:spcBef>
                <a:spcPts val="0"/>
              </a:spcBef>
              <a:spcAft>
                <a:spcPts val="0"/>
              </a:spcAft>
              <a:buSzPts val="2800"/>
              <a:buChar char="•"/>
              <a:defRPr sz="2800"/>
            </a:lvl3pPr>
            <a:lvl4pPr indent="-406400" lvl="3" marL="1828800" algn="l">
              <a:lnSpc>
                <a:spcPct val="90000"/>
              </a:lnSpc>
              <a:spcBef>
                <a:spcPts val="0"/>
              </a:spcBef>
              <a:spcAft>
                <a:spcPts val="0"/>
              </a:spcAft>
              <a:buSzPts val="2800"/>
              <a:buChar char="•"/>
              <a:defRPr sz="2800"/>
            </a:lvl4pPr>
            <a:lvl5pPr indent="-228600" lvl="4" marL="2286000" algn="l">
              <a:lnSpc>
                <a:spcPct val="90000"/>
              </a:lnSpc>
              <a:spcBef>
                <a:spcPts val="0"/>
              </a:spcBef>
              <a:spcAft>
                <a:spcPts val="0"/>
              </a:spcAft>
              <a:buClr>
                <a:srgbClr val="000000"/>
              </a:buClr>
              <a:buSzPts val="2800"/>
              <a:buNone/>
              <a:defRPr sz="2800"/>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194" name="Google Shape;194;p51"/>
          <p:cNvSpPr/>
          <p:nvPr>
            <p:ph idx="2" type="pic"/>
          </p:nvPr>
        </p:nvSpPr>
        <p:spPr>
          <a:xfrm>
            <a:off x="12763500" y="576072"/>
            <a:ext cx="1216152" cy="1214462"/>
          </a:xfrm>
          <a:prstGeom prst="rect">
            <a:avLst/>
          </a:prstGeom>
          <a:noFill/>
          <a:ln>
            <a:noFill/>
          </a:ln>
        </p:spPr>
      </p:sp>
      <p:sp>
        <p:nvSpPr>
          <p:cNvPr id="195" name="Google Shape;195;p51"/>
          <p:cNvSpPr/>
          <p:nvPr>
            <p:ph idx="3" type="pic"/>
          </p:nvPr>
        </p:nvSpPr>
        <p:spPr>
          <a:xfrm>
            <a:off x="18859500" y="576072"/>
            <a:ext cx="1217844" cy="1216152"/>
          </a:xfrm>
          <a:prstGeom prst="rect">
            <a:avLst/>
          </a:prstGeom>
          <a:noFill/>
          <a:ln>
            <a:noFill/>
          </a:ln>
        </p:spPr>
      </p:sp>
      <p:sp>
        <p:nvSpPr>
          <p:cNvPr id="196" name="Google Shape;196;p51"/>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97" name="Google Shape;197;p51"/>
          <p:cNvCxnSpPr/>
          <p:nvPr/>
        </p:nvCxnSpPr>
        <p:spPr>
          <a:xfrm>
            <a:off x="12188952"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198" name="Google Shape;198;p51"/>
          <p:cNvCxnSpPr/>
          <p:nvPr/>
        </p:nvCxnSpPr>
        <p:spPr>
          <a:xfrm>
            <a:off x="18288000" y="569913"/>
            <a:ext cx="0" cy="11431587"/>
          </a:xfrm>
          <a:prstGeom prst="straightConnector1">
            <a:avLst/>
          </a:prstGeom>
          <a:noFill/>
          <a:ln cap="flat" cmpd="sng" w="12700">
            <a:solidFill>
              <a:schemeClr val="lt1"/>
            </a:solidFill>
            <a:prstDash val="solid"/>
            <a:round/>
            <a:headEnd len="sm" w="sm" type="none"/>
            <a:tailEnd len="sm" w="sm" type="none"/>
          </a:ln>
        </p:spPr>
      </p:cxnSp>
      <p:sp>
        <p:nvSpPr>
          <p:cNvPr id="199" name="Google Shape;199;p51"/>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00" name="Google Shape;200;p51"/>
          <p:cNvSpPr txBox="1"/>
          <p:nvPr>
            <p:ph idx="4" type="body"/>
          </p:nvPr>
        </p:nvSpPr>
        <p:spPr>
          <a:xfrm>
            <a:off x="6667500"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01" name="Google Shape;201;p51"/>
          <p:cNvSpPr txBox="1"/>
          <p:nvPr>
            <p:ph idx="5" type="body"/>
          </p:nvPr>
        </p:nvSpPr>
        <p:spPr>
          <a:xfrm>
            <a:off x="1273922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800"/>
              <a:buNone/>
              <a:defRPr b="0" i="0" sz="2800">
                <a:solidFill>
                  <a:schemeClr val="lt1"/>
                </a:solidFill>
                <a:latin typeface="IBM Plex Sans Light"/>
                <a:ea typeface="IBM Plex Sans Light"/>
                <a:cs typeface="IBM Plex Sans Light"/>
                <a:sym typeface="IBM Plex Sans Light"/>
              </a:defRPr>
            </a:lvl1pPr>
            <a:lvl2pPr indent="-406400" lvl="1" marL="9144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2pPr>
            <a:lvl3pPr indent="-406400" lvl="2" marL="13716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3pPr>
            <a:lvl4pPr indent="-406400" lvl="3" marL="18288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02" name="Google Shape;202;p51"/>
          <p:cNvSpPr txBox="1"/>
          <p:nvPr>
            <p:ph idx="6" type="body"/>
          </p:nvPr>
        </p:nvSpPr>
        <p:spPr>
          <a:xfrm>
            <a:off x="18859500" y="3429001"/>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800"/>
              <a:buNone/>
              <a:defRPr b="0" i="0" sz="2800">
                <a:solidFill>
                  <a:schemeClr val="lt1"/>
                </a:solidFill>
                <a:latin typeface="IBM Plex Sans Light"/>
                <a:ea typeface="IBM Plex Sans Light"/>
                <a:cs typeface="IBM Plex Sans Light"/>
                <a:sym typeface="IBM Plex Sans Light"/>
              </a:defRPr>
            </a:lvl1pPr>
            <a:lvl2pPr indent="-406400" lvl="1" marL="9144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2pPr>
            <a:lvl3pPr indent="-406400" lvl="2" marL="13716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3pPr>
            <a:lvl4pPr indent="-406400" lvl="3" marL="1828800" algn="l">
              <a:lnSpc>
                <a:spcPct val="100000"/>
              </a:lnSpc>
              <a:spcBef>
                <a:spcPts val="0"/>
              </a:spcBef>
              <a:spcAft>
                <a:spcPts val="0"/>
              </a:spcAft>
              <a:buSzPts val="2800"/>
              <a:buChar char="•"/>
              <a:defRPr b="0" i="0" sz="28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4 stacked wide, pictograms">
  <p:cSld name="Boxes, 4 stacked wide, pictograms">
    <p:spTree>
      <p:nvGrpSpPr>
        <p:cNvPr id="203" name="Shape 203"/>
        <p:cNvGrpSpPr/>
        <p:nvPr/>
      </p:nvGrpSpPr>
      <p:grpSpPr>
        <a:xfrm>
          <a:off x="0" y="0"/>
          <a:ext cx="0" cy="0"/>
          <a:chOff x="0" y="0"/>
          <a:chExt cx="0" cy="0"/>
        </a:xfrm>
      </p:grpSpPr>
      <p:sp>
        <p:nvSpPr>
          <p:cNvPr id="204" name="Google Shape;204;p52"/>
          <p:cNvSpPr/>
          <p:nvPr>
            <p:ph idx="2" type="pic"/>
          </p:nvPr>
        </p:nvSpPr>
        <p:spPr>
          <a:xfrm>
            <a:off x="576072" y="576072"/>
            <a:ext cx="1216152" cy="1216152"/>
          </a:xfrm>
          <a:prstGeom prst="rect">
            <a:avLst/>
          </a:prstGeom>
          <a:noFill/>
          <a:ln>
            <a:noFill/>
          </a:ln>
        </p:spPr>
      </p:sp>
      <p:sp>
        <p:nvSpPr>
          <p:cNvPr id="205" name="Google Shape;205;p52"/>
          <p:cNvSpPr/>
          <p:nvPr>
            <p:ph idx="3" type="pic"/>
          </p:nvPr>
        </p:nvSpPr>
        <p:spPr>
          <a:xfrm>
            <a:off x="12763500" y="576072"/>
            <a:ext cx="1216152" cy="1216152"/>
          </a:xfrm>
          <a:prstGeom prst="rect">
            <a:avLst/>
          </a:prstGeom>
          <a:noFill/>
          <a:ln>
            <a:noFill/>
          </a:ln>
        </p:spPr>
      </p:sp>
      <p:sp>
        <p:nvSpPr>
          <p:cNvPr id="206" name="Google Shape;206;p52"/>
          <p:cNvSpPr/>
          <p:nvPr>
            <p:ph idx="4" type="pic"/>
          </p:nvPr>
        </p:nvSpPr>
        <p:spPr>
          <a:xfrm>
            <a:off x="576072" y="6473951"/>
            <a:ext cx="1216152" cy="1216152"/>
          </a:xfrm>
          <a:prstGeom prst="rect">
            <a:avLst/>
          </a:prstGeom>
          <a:noFill/>
          <a:ln>
            <a:noFill/>
          </a:ln>
        </p:spPr>
      </p:sp>
      <p:sp>
        <p:nvSpPr>
          <p:cNvPr id="207" name="Google Shape;207;p52"/>
          <p:cNvSpPr/>
          <p:nvPr>
            <p:ph idx="5" type="pic"/>
          </p:nvPr>
        </p:nvSpPr>
        <p:spPr>
          <a:xfrm>
            <a:off x="12763500" y="6477000"/>
            <a:ext cx="1216152" cy="1216152"/>
          </a:xfrm>
          <a:prstGeom prst="rect">
            <a:avLst/>
          </a:prstGeom>
          <a:noFill/>
          <a:ln>
            <a:noFill/>
          </a:ln>
        </p:spPr>
      </p:sp>
      <p:sp>
        <p:nvSpPr>
          <p:cNvPr id="208" name="Google Shape;208;p52"/>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09" name="Google Shape;209;p52"/>
          <p:cNvCxnSpPr/>
          <p:nvPr/>
        </p:nvCxnSpPr>
        <p:spPr>
          <a:xfrm>
            <a:off x="12192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210" name="Google Shape;210;p52"/>
          <p:cNvCxnSpPr/>
          <p:nvPr/>
        </p:nvCxnSpPr>
        <p:spPr>
          <a:xfrm>
            <a:off x="568325" y="6096000"/>
            <a:ext cx="23244175" cy="0"/>
          </a:xfrm>
          <a:prstGeom prst="straightConnector1">
            <a:avLst/>
          </a:prstGeom>
          <a:noFill/>
          <a:ln cap="flat" cmpd="sng" w="12700">
            <a:solidFill>
              <a:schemeClr val="lt1"/>
            </a:solidFill>
            <a:prstDash val="solid"/>
            <a:round/>
            <a:headEnd len="sm" w="sm" type="none"/>
            <a:tailEnd len="sm" w="sm" type="none"/>
          </a:ln>
        </p:spPr>
      </p:cxnSp>
      <p:sp>
        <p:nvSpPr>
          <p:cNvPr id="211" name="Google Shape;211;p52"/>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12" name="Google Shape;212;p52"/>
          <p:cNvSpPr txBox="1"/>
          <p:nvPr>
            <p:ph idx="1" type="body"/>
          </p:nvPr>
        </p:nvSpPr>
        <p:spPr>
          <a:xfrm>
            <a:off x="560577" y="2456592"/>
            <a:ext cx="6670675" cy="306790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13" name="Google Shape;213;p52"/>
          <p:cNvSpPr txBox="1"/>
          <p:nvPr>
            <p:ph idx="6" type="body"/>
          </p:nvPr>
        </p:nvSpPr>
        <p:spPr>
          <a:xfrm>
            <a:off x="12763500" y="2456592"/>
            <a:ext cx="6670675" cy="306790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14" name="Google Shape;214;p52"/>
          <p:cNvSpPr txBox="1"/>
          <p:nvPr>
            <p:ph idx="7" type="body"/>
          </p:nvPr>
        </p:nvSpPr>
        <p:spPr>
          <a:xfrm>
            <a:off x="576073" y="8362096"/>
            <a:ext cx="6670675" cy="30678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15" name="Google Shape;215;p52"/>
          <p:cNvSpPr txBox="1"/>
          <p:nvPr>
            <p:ph idx="8" type="body"/>
          </p:nvPr>
        </p:nvSpPr>
        <p:spPr>
          <a:xfrm>
            <a:off x="12778996" y="8362096"/>
            <a:ext cx="6670675" cy="306789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4400"/>
              <a:buNone/>
              <a:defRPr b="0" i="0" sz="4400">
                <a:solidFill>
                  <a:schemeClr val="lt1"/>
                </a:solidFill>
                <a:latin typeface="IBM Plex Sans Light"/>
                <a:ea typeface="IBM Plex Sans Light"/>
                <a:cs typeface="IBM Plex Sans Light"/>
                <a:sym typeface="IBM Plex Sans Light"/>
              </a:defRPr>
            </a:lvl1pPr>
            <a:lvl2pPr indent="-508000" lvl="1" marL="9144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2pPr>
            <a:lvl3pPr indent="-508000" lvl="2" marL="13716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3pPr>
            <a:lvl4pPr indent="-508000" lvl="3" marL="1828800" algn="l">
              <a:lnSpc>
                <a:spcPct val="100000"/>
              </a:lnSpc>
              <a:spcBef>
                <a:spcPts val="0"/>
              </a:spcBef>
              <a:spcAft>
                <a:spcPts val="0"/>
              </a:spcAft>
              <a:buSzPts val="4400"/>
              <a:buChar char="•"/>
              <a:defRPr b="0" i="0" sz="44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4 stacked, small title">
  <p:cSld name="Boxes, 4 stacked, small title">
    <p:spTree>
      <p:nvGrpSpPr>
        <p:cNvPr id="216" name="Shape 216"/>
        <p:cNvGrpSpPr/>
        <p:nvPr/>
      </p:nvGrpSpPr>
      <p:grpSpPr>
        <a:xfrm>
          <a:off x="0" y="0"/>
          <a:ext cx="0" cy="0"/>
          <a:chOff x="0" y="0"/>
          <a:chExt cx="0" cy="0"/>
        </a:xfrm>
      </p:grpSpPr>
      <p:sp>
        <p:nvSpPr>
          <p:cNvPr id="217" name="Google Shape;217;p53"/>
          <p:cNvSpPr txBox="1"/>
          <p:nvPr>
            <p:ph type="title"/>
          </p:nvPr>
        </p:nvSpPr>
        <p:spPr>
          <a:xfrm>
            <a:off x="576072" y="1682496"/>
            <a:ext cx="5715000" cy="2276856"/>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4400"/>
              <a:buFont typeface="IBM Plex Sans Light"/>
              <a:buNone/>
              <a:defRPr b="0" i="0" sz="4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18" name="Google Shape;218;p53"/>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53"/>
          <p:cNvSpPr txBox="1"/>
          <p:nvPr>
            <p:ph idx="1" type="body"/>
          </p:nvPr>
        </p:nvSpPr>
        <p:spPr>
          <a:xfrm>
            <a:off x="576072" y="385200"/>
            <a:ext cx="4956175" cy="114141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800"/>
              <a:buNone/>
              <a:defRPr b="0" i="0" sz="2800">
                <a:solidFill>
                  <a:schemeClr val="lt2"/>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20" name="Google Shape;220;p53"/>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21" name="Google Shape;221;p53"/>
          <p:cNvSpPr txBox="1"/>
          <p:nvPr>
            <p:ph idx="2" type="body"/>
          </p:nvPr>
        </p:nvSpPr>
        <p:spPr>
          <a:xfrm>
            <a:off x="12728028" y="576073"/>
            <a:ext cx="4963923" cy="514508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22" name="Google Shape;222;p53"/>
          <p:cNvSpPr txBox="1"/>
          <p:nvPr>
            <p:ph idx="3" type="body"/>
          </p:nvPr>
        </p:nvSpPr>
        <p:spPr>
          <a:xfrm>
            <a:off x="18799748" y="576073"/>
            <a:ext cx="4963923" cy="51450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23" name="Google Shape;223;p53"/>
          <p:cNvSpPr txBox="1"/>
          <p:nvPr>
            <p:ph idx="4" type="body"/>
          </p:nvPr>
        </p:nvSpPr>
        <p:spPr>
          <a:xfrm>
            <a:off x="12728028" y="6667499"/>
            <a:ext cx="4963923" cy="4953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24" name="Google Shape;224;p53"/>
          <p:cNvSpPr txBox="1"/>
          <p:nvPr>
            <p:ph idx="5" type="body"/>
          </p:nvPr>
        </p:nvSpPr>
        <p:spPr>
          <a:xfrm>
            <a:off x="18799748" y="6667499"/>
            <a:ext cx="4963923" cy="49529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4 stacked, large title">
  <p:cSld name="Boxes, 4 stacked, large title">
    <p:spTree>
      <p:nvGrpSpPr>
        <p:cNvPr id="225" name="Shape 225"/>
        <p:cNvGrpSpPr/>
        <p:nvPr/>
      </p:nvGrpSpPr>
      <p:grpSpPr>
        <a:xfrm>
          <a:off x="0" y="0"/>
          <a:ext cx="0" cy="0"/>
          <a:chOff x="0" y="0"/>
          <a:chExt cx="0" cy="0"/>
        </a:xfrm>
      </p:grpSpPr>
      <p:sp>
        <p:nvSpPr>
          <p:cNvPr id="226" name="Google Shape;226;p54"/>
          <p:cNvSpPr txBox="1"/>
          <p:nvPr>
            <p:ph type="title"/>
          </p:nvPr>
        </p:nvSpPr>
        <p:spPr>
          <a:xfrm>
            <a:off x="576072" y="1527048"/>
            <a:ext cx="11044239" cy="2276856"/>
          </a:xfrm>
          <a:prstGeom prst="rect">
            <a:avLst/>
          </a:prstGeom>
          <a:noFill/>
          <a:ln>
            <a:noFill/>
          </a:ln>
        </p:spPr>
        <p:txBody>
          <a:bodyPr anchorCtr="0" anchor="t" bIns="0" lIns="0" spcFirstLastPara="1" rIns="45720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27" name="Google Shape;227;p54"/>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54"/>
          <p:cNvSpPr txBox="1"/>
          <p:nvPr>
            <p:ph idx="1" type="body"/>
          </p:nvPr>
        </p:nvSpPr>
        <p:spPr>
          <a:xfrm>
            <a:off x="576072" y="385200"/>
            <a:ext cx="4956175" cy="44805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2800"/>
              <a:buNone/>
              <a:defRPr b="0" i="0" sz="2800">
                <a:solidFill>
                  <a:schemeClr val="lt2"/>
                </a:solidFill>
                <a:latin typeface="IBM Plex Sans Light"/>
                <a:ea typeface="IBM Plex Sans Light"/>
                <a:cs typeface="IBM Plex Sans Light"/>
                <a:sym typeface="IBM Plex Sans Light"/>
              </a:defRPr>
            </a:lvl1pPr>
            <a:lvl2pPr indent="-342900" lvl="1" marL="914400" algn="l">
              <a:lnSpc>
                <a:spcPct val="100000"/>
              </a:lnSpc>
              <a:spcBef>
                <a:spcPts val="0"/>
              </a:spcBef>
              <a:spcAft>
                <a:spcPts val="0"/>
              </a:spcAft>
              <a:buSzPts val="1800"/>
              <a:buChar char="•"/>
              <a:defRPr/>
            </a:lvl2pPr>
            <a:lvl3pPr indent="-342900" lvl="2" marL="1371600" algn="l">
              <a:lnSpc>
                <a:spcPct val="100000"/>
              </a:lnSpc>
              <a:spcBef>
                <a:spcPts val="0"/>
              </a:spcBef>
              <a:spcAft>
                <a:spcPts val="0"/>
              </a:spcAft>
              <a:buSzPts val="1800"/>
              <a:buChar char="•"/>
              <a:defRPr/>
            </a:lvl3pPr>
            <a:lvl4pPr indent="-342900" lvl="3" marL="1828800" algn="l">
              <a:lnSpc>
                <a:spcPct val="100000"/>
              </a:lnSpc>
              <a:spcBef>
                <a:spcPts val="0"/>
              </a:spcBef>
              <a:spcAft>
                <a:spcPts val="0"/>
              </a:spcAft>
              <a:buSzPts val="1800"/>
              <a:buChar char="•"/>
              <a:defRPr/>
            </a:lvl4pPr>
            <a:lvl5pPr indent="-228600" lvl="4" marL="2286000" algn="l">
              <a:lnSpc>
                <a:spcPct val="110000"/>
              </a:lnSpc>
              <a:spcBef>
                <a:spcPts val="2900"/>
              </a:spcBef>
              <a:spcAft>
                <a:spcPts val="0"/>
              </a:spcAft>
              <a:buClr>
                <a:srgbClr val="000000"/>
              </a:buClr>
              <a:buSzPts val="1800"/>
              <a:buNone/>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29" name="Google Shape;229;p54"/>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30" name="Google Shape;230;p54"/>
          <p:cNvSpPr txBox="1"/>
          <p:nvPr>
            <p:ph idx="2" type="body"/>
          </p:nvPr>
        </p:nvSpPr>
        <p:spPr>
          <a:xfrm>
            <a:off x="12728028" y="576073"/>
            <a:ext cx="4963923" cy="514508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31" name="Google Shape;231;p54"/>
          <p:cNvSpPr txBox="1"/>
          <p:nvPr>
            <p:ph idx="3" type="body"/>
          </p:nvPr>
        </p:nvSpPr>
        <p:spPr>
          <a:xfrm>
            <a:off x="18799748" y="576073"/>
            <a:ext cx="4963923" cy="51450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32" name="Google Shape;232;p54"/>
          <p:cNvSpPr txBox="1"/>
          <p:nvPr>
            <p:ph idx="4" type="body"/>
          </p:nvPr>
        </p:nvSpPr>
        <p:spPr>
          <a:xfrm>
            <a:off x="12728028" y="6667499"/>
            <a:ext cx="4963923" cy="4953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33" name="Google Shape;233;p54"/>
          <p:cNvSpPr txBox="1"/>
          <p:nvPr>
            <p:ph idx="5" type="body"/>
          </p:nvPr>
        </p:nvSpPr>
        <p:spPr>
          <a:xfrm>
            <a:off x="18799748" y="6667499"/>
            <a:ext cx="4963923" cy="49529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4 horizontal, small title">
  <p:cSld name="Boxes, 4 horizontal, small title">
    <p:spTree>
      <p:nvGrpSpPr>
        <p:cNvPr id="234" name="Shape 234"/>
        <p:cNvGrpSpPr/>
        <p:nvPr/>
      </p:nvGrpSpPr>
      <p:grpSpPr>
        <a:xfrm>
          <a:off x="0" y="0"/>
          <a:ext cx="0" cy="0"/>
          <a:chOff x="0" y="0"/>
          <a:chExt cx="0" cy="0"/>
        </a:xfrm>
      </p:grpSpPr>
      <p:sp>
        <p:nvSpPr>
          <p:cNvPr id="235" name="Google Shape;235;p55"/>
          <p:cNvSpPr txBox="1"/>
          <p:nvPr>
            <p:ph type="title"/>
          </p:nvPr>
        </p:nvSpPr>
        <p:spPr>
          <a:xfrm>
            <a:off x="576072" y="385200"/>
            <a:ext cx="4956175"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4400"/>
              <a:buFont typeface="IBM Plex Sans Light"/>
              <a:buNone/>
              <a:defRPr b="0" i="0" sz="4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6" name="Google Shape;236;p55"/>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5"/>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38" name="Google Shape;238;p55"/>
          <p:cNvSpPr txBox="1"/>
          <p:nvPr>
            <p:ph idx="1" type="body"/>
          </p:nvPr>
        </p:nvSpPr>
        <p:spPr>
          <a:xfrm>
            <a:off x="12728028" y="6656832"/>
            <a:ext cx="4963923" cy="5334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39" name="Google Shape;239;p55"/>
          <p:cNvSpPr txBox="1"/>
          <p:nvPr>
            <p:ph idx="2" type="body"/>
          </p:nvPr>
        </p:nvSpPr>
        <p:spPr>
          <a:xfrm>
            <a:off x="18799748" y="6656832"/>
            <a:ext cx="4963923" cy="5334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40" name="Google Shape;240;p55"/>
          <p:cNvSpPr txBox="1"/>
          <p:nvPr>
            <p:ph idx="3" type="body"/>
          </p:nvPr>
        </p:nvSpPr>
        <p:spPr>
          <a:xfrm>
            <a:off x="560577" y="6656832"/>
            <a:ext cx="4963923" cy="533425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41" name="Google Shape;241;p55"/>
          <p:cNvSpPr txBox="1"/>
          <p:nvPr>
            <p:ph idx="4" type="body"/>
          </p:nvPr>
        </p:nvSpPr>
        <p:spPr>
          <a:xfrm>
            <a:off x="6632297" y="6656832"/>
            <a:ext cx="4963923" cy="5334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4 horizontal, large title">
  <p:cSld name="Boxes, 4 horizontal, large title">
    <p:spTree>
      <p:nvGrpSpPr>
        <p:cNvPr id="242" name="Shape 242"/>
        <p:cNvGrpSpPr/>
        <p:nvPr/>
      </p:nvGrpSpPr>
      <p:grpSpPr>
        <a:xfrm>
          <a:off x="0" y="0"/>
          <a:ext cx="0" cy="0"/>
          <a:chOff x="0" y="0"/>
          <a:chExt cx="0" cy="0"/>
        </a:xfrm>
      </p:grpSpPr>
      <p:sp>
        <p:nvSpPr>
          <p:cNvPr id="243" name="Google Shape;243;p56"/>
          <p:cNvSpPr txBox="1"/>
          <p:nvPr>
            <p:ph type="title"/>
          </p:nvPr>
        </p:nvSpPr>
        <p:spPr>
          <a:xfrm>
            <a:off x="576072" y="384048"/>
            <a:ext cx="11050589" cy="4573587"/>
          </a:xfrm>
          <a:prstGeom prst="rect">
            <a:avLst/>
          </a:prstGeom>
          <a:noFill/>
          <a:ln>
            <a:noFill/>
          </a:ln>
        </p:spPr>
        <p:txBody>
          <a:bodyPr anchorCtr="0" anchor="t" bIns="0" lIns="0" spcFirstLastPara="1" rIns="457200" wrap="square" tIns="0">
            <a:noAutofit/>
          </a:bodyPr>
          <a:lstStyle>
            <a:lvl1pPr lvl="0" algn="l">
              <a:lnSpc>
                <a:spcPct val="100000"/>
              </a:lnSpc>
              <a:spcBef>
                <a:spcPts val="0"/>
              </a:spcBef>
              <a:spcAft>
                <a:spcPts val="0"/>
              </a:spcAft>
              <a:buClr>
                <a:schemeClr val="lt2"/>
              </a:buClr>
              <a:buSzPts val="6400"/>
              <a:buFont typeface="IBM Plex Sans Light"/>
              <a:buNone/>
              <a:defRPr b="0" i="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44" name="Google Shape;244;p56"/>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56"/>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46" name="Google Shape;246;p56"/>
          <p:cNvSpPr txBox="1"/>
          <p:nvPr>
            <p:ph idx="1" type="body"/>
          </p:nvPr>
        </p:nvSpPr>
        <p:spPr>
          <a:xfrm>
            <a:off x="12728028" y="6656832"/>
            <a:ext cx="4963923" cy="5334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47" name="Google Shape;247;p56"/>
          <p:cNvSpPr txBox="1"/>
          <p:nvPr>
            <p:ph idx="2" type="body"/>
          </p:nvPr>
        </p:nvSpPr>
        <p:spPr>
          <a:xfrm>
            <a:off x="18799748" y="6656832"/>
            <a:ext cx="4963923" cy="5334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48" name="Google Shape;248;p56"/>
          <p:cNvSpPr txBox="1"/>
          <p:nvPr>
            <p:ph idx="3" type="body"/>
          </p:nvPr>
        </p:nvSpPr>
        <p:spPr>
          <a:xfrm>
            <a:off x="560577" y="6656832"/>
            <a:ext cx="4963923" cy="533425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49" name="Google Shape;249;p56"/>
          <p:cNvSpPr txBox="1"/>
          <p:nvPr>
            <p:ph idx="4" type="body"/>
          </p:nvPr>
        </p:nvSpPr>
        <p:spPr>
          <a:xfrm>
            <a:off x="6632297" y="6656832"/>
            <a:ext cx="4963923" cy="5334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6 stacked">
  <p:cSld name="Boxes, 6 stacked">
    <p:spTree>
      <p:nvGrpSpPr>
        <p:cNvPr id="250" name="Shape 250"/>
        <p:cNvGrpSpPr/>
        <p:nvPr/>
      </p:nvGrpSpPr>
      <p:grpSpPr>
        <a:xfrm>
          <a:off x="0" y="0"/>
          <a:ext cx="0" cy="0"/>
          <a:chOff x="0" y="0"/>
          <a:chExt cx="0" cy="0"/>
        </a:xfrm>
      </p:grpSpPr>
      <p:sp>
        <p:nvSpPr>
          <p:cNvPr id="251" name="Google Shape;251;p57"/>
          <p:cNvSpPr txBox="1"/>
          <p:nvPr>
            <p:ph type="title"/>
          </p:nvPr>
        </p:nvSpPr>
        <p:spPr>
          <a:xfrm>
            <a:off x="576072" y="385200"/>
            <a:ext cx="4949825" cy="4573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52" name="Google Shape;252;p57"/>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57"/>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54" name="Google Shape;254;p57"/>
          <p:cNvSpPr txBox="1"/>
          <p:nvPr>
            <p:ph idx="1" type="body"/>
          </p:nvPr>
        </p:nvSpPr>
        <p:spPr>
          <a:xfrm>
            <a:off x="12728028" y="576073"/>
            <a:ext cx="4963923" cy="514508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55" name="Google Shape;255;p57"/>
          <p:cNvSpPr txBox="1"/>
          <p:nvPr>
            <p:ph idx="2" type="body"/>
          </p:nvPr>
        </p:nvSpPr>
        <p:spPr>
          <a:xfrm>
            <a:off x="18799748" y="576073"/>
            <a:ext cx="4963923" cy="51450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56" name="Google Shape;256;p57"/>
          <p:cNvSpPr txBox="1"/>
          <p:nvPr>
            <p:ph idx="3" type="body"/>
          </p:nvPr>
        </p:nvSpPr>
        <p:spPr>
          <a:xfrm>
            <a:off x="12728028" y="6667499"/>
            <a:ext cx="4963923" cy="4953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57" name="Google Shape;257;p57"/>
          <p:cNvSpPr txBox="1"/>
          <p:nvPr>
            <p:ph idx="4" type="body"/>
          </p:nvPr>
        </p:nvSpPr>
        <p:spPr>
          <a:xfrm>
            <a:off x="18799748" y="6667499"/>
            <a:ext cx="4963923" cy="49529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58" name="Google Shape;258;p57"/>
          <p:cNvSpPr txBox="1"/>
          <p:nvPr>
            <p:ph idx="5" type="body"/>
          </p:nvPr>
        </p:nvSpPr>
        <p:spPr>
          <a:xfrm>
            <a:off x="6665976" y="576072"/>
            <a:ext cx="4963923" cy="514508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59" name="Google Shape;259;p57"/>
          <p:cNvSpPr txBox="1"/>
          <p:nvPr>
            <p:ph idx="6" type="body"/>
          </p:nvPr>
        </p:nvSpPr>
        <p:spPr>
          <a:xfrm>
            <a:off x="6665976" y="6667498"/>
            <a:ext cx="4963923" cy="495299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6 stacked, icons">
  <p:cSld name="Boxes, 6 stacked, icons">
    <p:spTree>
      <p:nvGrpSpPr>
        <p:cNvPr id="260" name="Shape 260"/>
        <p:cNvGrpSpPr/>
        <p:nvPr/>
      </p:nvGrpSpPr>
      <p:grpSpPr>
        <a:xfrm>
          <a:off x="0" y="0"/>
          <a:ext cx="0" cy="0"/>
          <a:chOff x="0" y="0"/>
          <a:chExt cx="0" cy="0"/>
        </a:xfrm>
      </p:grpSpPr>
      <p:sp>
        <p:nvSpPr>
          <p:cNvPr id="261" name="Google Shape;261;p58"/>
          <p:cNvSpPr txBox="1"/>
          <p:nvPr>
            <p:ph type="title"/>
          </p:nvPr>
        </p:nvSpPr>
        <p:spPr>
          <a:xfrm>
            <a:off x="576072" y="385200"/>
            <a:ext cx="4949825" cy="28590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62" name="Google Shape;262;p58"/>
          <p:cNvSpPr/>
          <p:nvPr>
            <p:ph idx="2" type="pic"/>
          </p:nvPr>
        </p:nvSpPr>
        <p:spPr>
          <a:xfrm>
            <a:off x="6667500" y="576072"/>
            <a:ext cx="402336" cy="403225"/>
          </a:xfrm>
          <a:prstGeom prst="rect">
            <a:avLst/>
          </a:prstGeom>
          <a:noFill/>
          <a:ln>
            <a:noFill/>
          </a:ln>
        </p:spPr>
      </p:sp>
      <p:sp>
        <p:nvSpPr>
          <p:cNvPr id="263" name="Google Shape;263;p58"/>
          <p:cNvSpPr/>
          <p:nvPr>
            <p:ph idx="3" type="pic"/>
          </p:nvPr>
        </p:nvSpPr>
        <p:spPr>
          <a:xfrm>
            <a:off x="12763501" y="576072"/>
            <a:ext cx="402336" cy="403225"/>
          </a:xfrm>
          <a:prstGeom prst="rect">
            <a:avLst/>
          </a:prstGeom>
          <a:noFill/>
          <a:ln>
            <a:noFill/>
          </a:ln>
        </p:spPr>
      </p:sp>
      <p:sp>
        <p:nvSpPr>
          <p:cNvPr id="264" name="Google Shape;264;p58"/>
          <p:cNvSpPr/>
          <p:nvPr>
            <p:ph idx="4" type="pic"/>
          </p:nvPr>
        </p:nvSpPr>
        <p:spPr>
          <a:xfrm>
            <a:off x="18859501" y="576072"/>
            <a:ext cx="402336" cy="403225"/>
          </a:xfrm>
          <a:prstGeom prst="rect">
            <a:avLst/>
          </a:prstGeom>
          <a:noFill/>
          <a:ln>
            <a:noFill/>
          </a:ln>
        </p:spPr>
      </p:sp>
      <p:sp>
        <p:nvSpPr>
          <p:cNvPr id="265" name="Google Shape;265;p58"/>
          <p:cNvSpPr/>
          <p:nvPr>
            <p:ph idx="5" type="pic"/>
          </p:nvPr>
        </p:nvSpPr>
        <p:spPr>
          <a:xfrm>
            <a:off x="6667500" y="6694631"/>
            <a:ext cx="402336" cy="403225"/>
          </a:xfrm>
          <a:prstGeom prst="rect">
            <a:avLst/>
          </a:prstGeom>
          <a:noFill/>
          <a:ln>
            <a:noFill/>
          </a:ln>
        </p:spPr>
      </p:sp>
      <p:sp>
        <p:nvSpPr>
          <p:cNvPr id="266" name="Google Shape;266;p58"/>
          <p:cNvSpPr/>
          <p:nvPr>
            <p:ph idx="6" type="pic"/>
          </p:nvPr>
        </p:nvSpPr>
        <p:spPr>
          <a:xfrm>
            <a:off x="12763501" y="6694631"/>
            <a:ext cx="402336" cy="403225"/>
          </a:xfrm>
          <a:prstGeom prst="rect">
            <a:avLst/>
          </a:prstGeom>
          <a:noFill/>
          <a:ln>
            <a:noFill/>
          </a:ln>
        </p:spPr>
      </p:sp>
      <p:sp>
        <p:nvSpPr>
          <p:cNvPr id="267" name="Google Shape;267;p58"/>
          <p:cNvSpPr/>
          <p:nvPr>
            <p:ph idx="7" type="pic"/>
          </p:nvPr>
        </p:nvSpPr>
        <p:spPr>
          <a:xfrm>
            <a:off x="18859501" y="6694631"/>
            <a:ext cx="402336" cy="403225"/>
          </a:xfrm>
          <a:prstGeom prst="rect">
            <a:avLst/>
          </a:prstGeom>
          <a:noFill/>
          <a:ln>
            <a:noFill/>
          </a:ln>
        </p:spPr>
      </p:sp>
      <p:sp>
        <p:nvSpPr>
          <p:cNvPr id="268" name="Google Shape;268;p58"/>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69" name="Google Shape;269;p58"/>
          <p:cNvCxnSpPr/>
          <p:nvPr/>
        </p:nvCxnSpPr>
        <p:spPr>
          <a:xfrm>
            <a:off x="6096000" y="6096000"/>
            <a:ext cx="17722850" cy="0"/>
          </a:xfrm>
          <a:prstGeom prst="straightConnector1">
            <a:avLst/>
          </a:prstGeom>
          <a:noFill/>
          <a:ln cap="flat" cmpd="sng" w="12700">
            <a:solidFill>
              <a:schemeClr val="lt1"/>
            </a:solidFill>
            <a:prstDash val="solid"/>
            <a:round/>
            <a:headEnd len="sm" w="sm" type="none"/>
            <a:tailEnd len="sm" w="sm" type="none"/>
          </a:ln>
        </p:spPr>
      </p:cxnSp>
      <p:cxnSp>
        <p:nvCxnSpPr>
          <p:cNvPr id="270" name="Google Shape;270;p58"/>
          <p:cNvCxnSpPr/>
          <p:nvPr/>
        </p:nvCxnSpPr>
        <p:spPr>
          <a:xfrm>
            <a:off x="6096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271" name="Google Shape;271;p58"/>
          <p:cNvCxnSpPr/>
          <p:nvPr/>
        </p:nvCxnSpPr>
        <p:spPr>
          <a:xfrm>
            <a:off x="18288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272" name="Google Shape;272;p58"/>
          <p:cNvCxnSpPr/>
          <p:nvPr/>
        </p:nvCxnSpPr>
        <p:spPr>
          <a:xfrm>
            <a:off x="12188952" y="566928"/>
            <a:ext cx="0" cy="11431587"/>
          </a:xfrm>
          <a:prstGeom prst="straightConnector1">
            <a:avLst/>
          </a:prstGeom>
          <a:noFill/>
          <a:ln cap="flat" cmpd="sng" w="12700">
            <a:solidFill>
              <a:schemeClr val="lt1"/>
            </a:solidFill>
            <a:prstDash val="solid"/>
            <a:round/>
            <a:headEnd len="sm" w="sm" type="none"/>
            <a:tailEnd len="sm" w="sm" type="none"/>
          </a:ln>
        </p:spPr>
      </p:cxnSp>
      <p:sp>
        <p:nvSpPr>
          <p:cNvPr id="273" name="Google Shape;273;p58"/>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74" name="Google Shape;274;p58"/>
          <p:cNvSpPr txBox="1"/>
          <p:nvPr>
            <p:ph idx="1" type="body"/>
          </p:nvPr>
        </p:nvSpPr>
        <p:spPr>
          <a:xfrm>
            <a:off x="12728028" y="1427410"/>
            <a:ext cx="4963923" cy="371608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75" name="Google Shape;275;p58"/>
          <p:cNvSpPr txBox="1"/>
          <p:nvPr>
            <p:ph idx="8" type="body"/>
          </p:nvPr>
        </p:nvSpPr>
        <p:spPr>
          <a:xfrm>
            <a:off x="18799748" y="1427410"/>
            <a:ext cx="4963923" cy="371607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76" name="Google Shape;276;p58"/>
          <p:cNvSpPr txBox="1"/>
          <p:nvPr>
            <p:ph idx="9" type="body"/>
          </p:nvPr>
        </p:nvSpPr>
        <p:spPr>
          <a:xfrm>
            <a:off x="12728028" y="7518835"/>
            <a:ext cx="4963923" cy="37206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77" name="Google Shape;277;p58"/>
          <p:cNvSpPr txBox="1"/>
          <p:nvPr>
            <p:ph idx="13" type="body"/>
          </p:nvPr>
        </p:nvSpPr>
        <p:spPr>
          <a:xfrm>
            <a:off x="18799748" y="7518835"/>
            <a:ext cx="4963923" cy="372065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78" name="Google Shape;278;p58"/>
          <p:cNvSpPr txBox="1"/>
          <p:nvPr>
            <p:ph idx="14" type="body"/>
          </p:nvPr>
        </p:nvSpPr>
        <p:spPr>
          <a:xfrm>
            <a:off x="6665976" y="1427408"/>
            <a:ext cx="4963923" cy="3716081"/>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79" name="Google Shape;279;p58"/>
          <p:cNvSpPr txBox="1"/>
          <p:nvPr>
            <p:ph idx="15" type="body"/>
          </p:nvPr>
        </p:nvSpPr>
        <p:spPr>
          <a:xfrm>
            <a:off x="6665976" y="7518834"/>
            <a:ext cx="4963923" cy="372065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6 stacked, alternate, large title">
  <p:cSld name="Boxes, 6 stacked, alternate, large title">
    <p:spTree>
      <p:nvGrpSpPr>
        <p:cNvPr id="280" name="Shape 280"/>
        <p:cNvGrpSpPr/>
        <p:nvPr/>
      </p:nvGrpSpPr>
      <p:grpSpPr>
        <a:xfrm>
          <a:off x="0" y="0"/>
          <a:ext cx="0" cy="0"/>
          <a:chOff x="0" y="0"/>
          <a:chExt cx="0" cy="0"/>
        </a:xfrm>
      </p:grpSpPr>
      <p:sp>
        <p:nvSpPr>
          <p:cNvPr id="281" name="Google Shape;281;p59"/>
          <p:cNvSpPr txBox="1"/>
          <p:nvPr>
            <p:ph type="title"/>
          </p:nvPr>
        </p:nvSpPr>
        <p:spPr>
          <a:xfrm>
            <a:off x="576072" y="384048"/>
            <a:ext cx="11039475" cy="3413126"/>
          </a:xfrm>
          <a:prstGeom prst="rect">
            <a:avLst/>
          </a:prstGeom>
          <a:noFill/>
          <a:ln>
            <a:noFill/>
          </a:ln>
        </p:spPr>
        <p:txBody>
          <a:bodyPr anchorCtr="0" anchor="t" bIns="0" lIns="0" spcFirstLastPara="1" rIns="45720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82" name="Google Shape;282;p59"/>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83" name="Google Shape;283;p59"/>
          <p:cNvCxnSpPr/>
          <p:nvPr/>
        </p:nvCxnSpPr>
        <p:spPr>
          <a:xfrm>
            <a:off x="574675" y="6096000"/>
            <a:ext cx="23244175" cy="0"/>
          </a:xfrm>
          <a:prstGeom prst="straightConnector1">
            <a:avLst/>
          </a:prstGeom>
          <a:noFill/>
          <a:ln cap="flat" cmpd="sng" w="12700">
            <a:solidFill>
              <a:schemeClr val="lt1"/>
            </a:solidFill>
            <a:prstDash val="solid"/>
            <a:round/>
            <a:headEnd len="sm" w="sm" type="none"/>
            <a:tailEnd len="sm" w="sm" type="none"/>
          </a:ln>
        </p:spPr>
      </p:cxnSp>
      <p:cxnSp>
        <p:nvCxnSpPr>
          <p:cNvPr id="284" name="Google Shape;284;p59"/>
          <p:cNvCxnSpPr/>
          <p:nvPr/>
        </p:nvCxnSpPr>
        <p:spPr>
          <a:xfrm>
            <a:off x="6096000" y="6096000"/>
            <a:ext cx="0" cy="5905500"/>
          </a:xfrm>
          <a:prstGeom prst="straightConnector1">
            <a:avLst/>
          </a:prstGeom>
          <a:noFill/>
          <a:ln cap="flat" cmpd="sng" w="12700">
            <a:solidFill>
              <a:schemeClr val="lt1"/>
            </a:solidFill>
            <a:prstDash val="solid"/>
            <a:round/>
            <a:headEnd len="sm" w="sm" type="none"/>
            <a:tailEnd len="sm" w="sm" type="none"/>
          </a:ln>
        </p:spPr>
      </p:cxnSp>
      <p:cxnSp>
        <p:nvCxnSpPr>
          <p:cNvPr id="285" name="Google Shape;285;p59"/>
          <p:cNvCxnSpPr/>
          <p:nvPr/>
        </p:nvCxnSpPr>
        <p:spPr>
          <a:xfrm>
            <a:off x="18288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286" name="Google Shape;286;p59"/>
          <p:cNvCxnSpPr/>
          <p:nvPr/>
        </p:nvCxnSpPr>
        <p:spPr>
          <a:xfrm>
            <a:off x="12188952" y="566928"/>
            <a:ext cx="0" cy="11431587"/>
          </a:xfrm>
          <a:prstGeom prst="straightConnector1">
            <a:avLst/>
          </a:prstGeom>
          <a:noFill/>
          <a:ln cap="flat" cmpd="sng" w="12700">
            <a:solidFill>
              <a:schemeClr val="lt1"/>
            </a:solidFill>
            <a:prstDash val="solid"/>
            <a:round/>
            <a:headEnd len="sm" w="sm" type="none"/>
            <a:tailEnd len="sm" w="sm" type="none"/>
          </a:ln>
        </p:spPr>
      </p:cxnSp>
      <p:sp>
        <p:nvSpPr>
          <p:cNvPr id="287" name="Google Shape;287;p59"/>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288" name="Google Shape;288;p59"/>
          <p:cNvSpPr txBox="1"/>
          <p:nvPr>
            <p:ph idx="1" type="body"/>
          </p:nvPr>
        </p:nvSpPr>
        <p:spPr>
          <a:xfrm>
            <a:off x="12728028" y="576073"/>
            <a:ext cx="4963923" cy="514508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89" name="Google Shape;289;p59"/>
          <p:cNvSpPr txBox="1"/>
          <p:nvPr>
            <p:ph idx="2" type="body"/>
          </p:nvPr>
        </p:nvSpPr>
        <p:spPr>
          <a:xfrm>
            <a:off x="18799748" y="576073"/>
            <a:ext cx="4963923" cy="51450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90" name="Google Shape;290;p59"/>
          <p:cNvSpPr txBox="1"/>
          <p:nvPr>
            <p:ph idx="3" type="body"/>
          </p:nvPr>
        </p:nvSpPr>
        <p:spPr>
          <a:xfrm>
            <a:off x="12728028" y="6667499"/>
            <a:ext cx="4963923" cy="4953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91" name="Google Shape;291;p59"/>
          <p:cNvSpPr txBox="1"/>
          <p:nvPr>
            <p:ph idx="4" type="body"/>
          </p:nvPr>
        </p:nvSpPr>
        <p:spPr>
          <a:xfrm>
            <a:off x="18799748" y="6667499"/>
            <a:ext cx="4963923" cy="495299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92" name="Google Shape;292;p59"/>
          <p:cNvSpPr txBox="1"/>
          <p:nvPr>
            <p:ph idx="5" type="body"/>
          </p:nvPr>
        </p:nvSpPr>
        <p:spPr>
          <a:xfrm>
            <a:off x="574675" y="6665976"/>
            <a:ext cx="4963923" cy="495451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293" name="Google Shape;293;p59"/>
          <p:cNvSpPr txBox="1"/>
          <p:nvPr>
            <p:ph idx="6" type="body"/>
          </p:nvPr>
        </p:nvSpPr>
        <p:spPr>
          <a:xfrm>
            <a:off x="6665976" y="6667498"/>
            <a:ext cx="4963923" cy="495299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6 stacked, alternate, small title">
  <p:cSld name="Boxes, 6 stacked, alternate, small title">
    <p:spTree>
      <p:nvGrpSpPr>
        <p:cNvPr id="294" name="Shape 294"/>
        <p:cNvGrpSpPr/>
        <p:nvPr/>
      </p:nvGrpSpPr>
      <p:grpSpPr>
        <a:xfrm>
          <a:off x="0" y="0"/>
          <a:ext cx="0" cy="0"/>
          <a:chOff x="0" y="0"/>
          <a:chExt cx="0" cy="0"/>
        </a:xfrm>
      </p:grpSpPr>
      <p:sp>
        <p:nvSpPr>
          <p:cNvPr id="295" name="Google Shape;295;p60"/>
          <p:cNvSpPr txBox="1"/>
          <p:nvPr>
            <p:ph type="title"/>
          </p:nvPr>
        </p:nvSpPr>
        <p:spPr>
          <a:xfrm>
            <a:off x="576072" y="385200"/>
            <a:ext cx="4949825" cy="3413126"/>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4400"/>
              <a:buFont typeface="IBM Plex Sans Light"/>
              <a:buNone/>
              <a:defRPr b="0" i="0" sz="4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96" name="Google Shape;296;p60"/>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97" name="Google Shape;297;p60"/>
          <p:cNvCxnSpPr/>
          <p:nvPr/>
        </p:nvCxnSpPr>
        <p:spPr>
          <a:xfrm>
            <a:off x="574675" y="6096000"/>
            <a:ext cx="23244175" cy="0"/>
          </a:xfrm>
          <a:prstGeom prst="straightConnector1">
            <a:avLst/>
          </a:prstGeom>
          <a:noFill/>
          <a:ln cap="flat" cmpd="sng" w="12700">
            <a:solidFill>
              <a:schemeClr val="lt1"/>
            </a:solidFill>
            <a:prstDash val="solid"/>
            <a:round/>
            <a:headEnd len="sm" w="sm" type="none"/>
            <a:tailEnd len="sm" w="sm" type="none"/>
          </a:ln>
        </p:spPr>
      </p:cxnSp>
      <p:cxnSp>
        <p:nvCxnSpPr>
          <p:cNvPr id="298" name="Google Shape;298;p60"/>
          <p:cNvCxnSpPr/>
          <p:nvPr/>
        </p:nvCxnSpPr>
        <p:spPr>
          <a:xfrm>
            <a:off x="6096000" y="6096000"/>
            <a:ext cx="0" cy="5905500"/>
          </a:xfrm>
          <a:prstGeom prst="straightConnector1">
            <a:avLst/>
          </a:prstGeom>
          <a:noFill/>
          <a:ln cap="flat" cmpd="sng" w="12700">
            <a:solidFill>
              <a:schemeClr val="lt1"/>
            </a:solidFill>
            <a:prstDash val="solid"/>
            <a:round/>
            <a:headEnd len="sm" w="sm" type="none"/>
            <a:tailEnd len="sm" w="sm" type="none"/>
          </a:ln>
        </p:spPr>
      </p:cxnSp>
      <p:cxnSp>
        <p:nvCxnSpPr>
          <p:cNvPr id="299" name="Google Shape;299;p60"/>
          <p:cNvCxnSpPr/>
          <p:nvPr/>
        </p:nvCxnSpPr>
        <p:spPr>
          <a:xfrm>
            <a:off x="18288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300" name="Google Shape;300;p60"/>
          <p:cNvCxnSpPr/>
          <p:nvPr/>
        </p:nvCxnSpPr>
        <p:spPr>
          <a:xfrm>
            <a:off x="12188952" y="566928"/>
            <a:ext cx="0" cy="11431587"/>
          </a:xfrm>
          <a:prstGeom prst="straightConnector1">
            <a:avLst/>
          </a:prstGeom>
          <a:noFill/>
          <a:ln cap="flat" cmpd="sng" w="12700">
            <a:solidFill>
              <a:schemeClr val="lt1"/>
            </a:solidFill>
            <a:prstDash val="solid"/>
            <a:round/>
            <a:headEnd len="sm" w="sm" type="none"/>
            <a:tailEnd len="sm" w="sm" type="none"/>
          </a:ln>
        </p:spPr>
      </p:cxnSp>
      <p:sp>
        <p:nvSpPr>
          <p:cNvPr id="301" name="Google Shape;301;p60"/>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302" name="Google Shape;302;p60"/>
          <p:cNvSpPr txBox="1"/>
          <p:nvPr>
            <p:ph idx="1" type="body"/>
          </p:nvPr>
        </p:nvSpPr>
        <p:spPr>
          <a:xfrm>
            <a:off x="552009" y="6665975"/>
            <a:ext cx="5026139" cy="495451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03" name="Google Shape;303;p60"/>
          <p:cNvSpPr txBox="1"/>
          <p:nvPr>
            <p:ph idx="2" type="body"/>
          </p:nvPr>
        </p:nvSpPr>
        <p:spPr>
          <a:xfrm>
            <a:off x="6659393" y="6665975"/>
            <a:ext cx="5026139" cy="495450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04" name="Google Shape;304;p60"/>
          <p:cNvSpPr txBox="1"/>
          <p:nvPr>
            <p:ph idx="3" type="body"/>
          </p:nvPr>
        </p:nvSpPr>
        <p:spPr>
          <a:xfrm>
            <a:off x="12725407" y="6701421"/>
            <a:ext cx="5026139" cy="491905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05" name="Google Shape;305;p60"/>
          <p:cNvSpPr txBox="1"/>
          <p:nvPr>
            <p:ph idx="4" type="body"/>
          </p:nvPr>
        </p:nvSpPr>
        <p:spPr>
          <a:xfrm>
            <a:off x="18791798" y="6665975"/>
            <a:ext cx="4978776" cy="49544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06" name="Google Shape;306;p60"/>
          <p:cNvSpPr txBox="1"/>
          <p:nvPr>
            <p:ph idx="5" type="body"/>
          </p:nvPr>
        </p:nvSpPr>
        <p:spPr>
          <a:xfrm>
            <a:off x="18812222" y="576073"/>
            <a:ext cx="4978776" cy="514508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07" name="Google Shape;307;p60"/>
          <p:cNvSpPr txBox="1"/>
          <p:nvPr>
            <p:ph idx="6" type="body"/>
          </p:nvPr>
        </p:nvSpPr>
        <p:spPr>
          <a:xfrm>
            <a:off x="12692373" y="576073"/>
            <a:ext cx="4978776" cy="514507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or imagery, half, inset">
  <p:cSld name="Video or imagery, half, inset">
    <p:spTree>
      <p:nvGrpSpPr>
        <p:cNvPr id="308" name="Shape 308"/>
        <p:cNvGrpSpPr/>
        <p:nvPr/>
      </p:nvGrpSpPr>
      <p:grpSpPr>
        <a:xfrm>
          <a:off x="0" y="0"/>
          <a:ext cx="0" cy="0"/>
          <a:chOff x="0" y="0"/>
          <a:chExt cx="0" cy="0"/>
        </a:xfrm>
      </p:grpSpPr>
      <p:sp>
        <p:nvSpPr>
          <p:cNvPr id="309" name="Google Shape;309;p61"/>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0" name="Google Shape;310;p61"/>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61"/>
          <p:cNvSpPr/>
          <p:nvPr>
            <p:ph idx="2" type="pic"/>
          </p:nvPr>
        </p:nvSpPr>
        <p:spPr>
          <a:xfrm>
            <a:off x="12763500" y="569913"/>
            <a:ext cx="11049000" cy="12574587"/>
          </a:xfrm>
          <a:prstGeom prst="rect">
            <a:avLst/>
          </a:prstGeom>
          <a:solidFill>
            <a:srgbClr val="E0E0E0"/>
          </a:solidFill>
          <a:ln>
            <a:noFill/>
          </a:ln>
        </p:spPr>
      </p:sp>
      <p:sp>
        <p:nvSpPr>
          <p:cNvPr id="312" name="Google Shape;312;p61"/>
          <p:cNvSpPr txBox="1"/>
          <p:nvPr>
            <p:ph idx="1" type="body"/>
          </p:nvPr>
        </p:nvSpPr>
        <p:spPr>
          <a:xfrm>
            <a:off x="552010" y="3429000"/>
            <a:ext cx="4972490"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13" name="Google Shape;313;p61"/>
          <p:cNvSpPr txBox="1"/>
          <p:nvPr>
            <p:ph idx="3" type="body"/>
          </p:nvPr>
        </p:nvSpPr>
        <p:spPr>
          <a:xfrm>
            <a:off x="6669087" y="3429000"/>
            <a:ext cx="4972490"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or imagery, 3/4, bleed">
  <p:cSld name="Video or imagery, 3/4, bleed">
    <p:spTree>
      <p:nvGrpSpPr>
        <p:cNvPr id="314" name="Shape 314"/>
        <p:cNvGrpSpPr/>
        <p:nvPr/>
      </p:nvGrpSpPr>
      <p:grpSpPr>
        <a:xfrm>
          <a:off x="0" y="0"/>
          <a:ext cx="0" cy="0"/>
          <a:chOff x="0" y="0"/>
          <a:chExt cx="0" cy="0"/>
        </a:xfrm>
      </p:grpSpPr>
      <p:sp>
        <p:nvSpPr>
          <p:cNvPr id="315" name="Google Shape;315;p62"/>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6" name="Google Shape;316;p62"/>
          <p:cNvSpPr txBox="1"/>
          <p:nvPr>
            <p:ph idx="12" type="sldNum"/>
          </p:nvPr>
        </p:nvSpPr>
        <p:spPr>
          <a:xfrm>
            <a:off x="23544798" y="12904628"/>
            <a:ext cx="267702" cy="246221"/>
          </a:xfrm>
          <a:prstGeom prst="rect">
            <a:avLst/>
          </a:prstGeom>
          <a:noFill/>
          <a:ln>
            <a:noFill/>
          </a:ln>
        </p:spPr>
        <p:txBody>
          <a:bodyPr anchorCtr="0" anchor="b"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317" name="Google Shape;317;p62"/>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62"/>
          <p:cNvSpPr/>
          <p:nvPr>
            <p:ph idx="2" type="pic"/>
          </p:nvPr>
        </p:nvSpPr>
        <p:spPr>
          <a:xfrm>
            <a:off x="6096000" y="0"/>
            <a:ext cx="18291175" cy="13716000"/>
          </a:xfrm>
          <a:prstGeom prst="rect">
            <a:avLst/>
          </a:prstGeom>
          <a:solidFill>
            <a:srgbClr val="E0E0E0"/>
          </a:solidFill>
          <a:ln>
            <a:noFill/>
          </a:ln>
        </p:spPr>
      </p:sp>
      <p:sp>
        <p:nvSpPr>
          <p:cNvPr id="319" name="Google Shape;319;p62"/>
          <p:cNvSpPr txBox="1"/>
          <p:nvPr>
            <p:ph idx="1" type="body"/>
          </p:nvPr>
        </p:nvSpPr>
        <p:spPr>
          <a:xfrm>
            <a:off x="552010" y="3429000"/>
            <a:ext cx="4972490"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or imagery, 3/4, inset">
  <p:cSld name="Video or imagery, 3/4, inset">
    <p:spTree>
      <p:nvGrpSpPr>
        <p:cNvPr id="320" name="Shape 320"/>
        <p:cNvGrpSpPr/>
        <p:nvPr/>
      </p:nvGrpSpPr>
      <p:grpSpPr>
        <a:xfrm>
          <a:off x="0" y="0"/>
          <a:ext cx="0" cy="0"/>
          <a:chOff x="0" y="0"/>
          <a:chExt cx="0" cy="0"/>
        </a:xfrm>
      </p:grpSpPr>
      <p:sp>
        <p:nvSpPr>
          <p:cNvPr id="321" name="Google Shape;321;p63"/>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2" name="Google Shape;322;p63"/>
          <p:cNvSpPr txBox="1"/>
          <p:nvPr>
            <p:ph idx="12" type="sldNum"/>
          </p:nvPr>
        </p:nvSpPr>
        <p:spPr>
          <a:xfrm>
            <a:off x="23544798" y="12904628"/>
            <a:ext cx="267702" cy="246221"/>
          </a:xfrm>
          <a:prstGeom prst="rect">
            <a:avLst/>
          </a:prstGeom>
          <a:noFill/>
          <a:ln>
            <a:noFill/>
          </a:ln>
        </p:spPr>
        <p:txBody>
          <a:bodyPr anchorCtr="0" anchor="b"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323" name="Google Shape;323;p63"/>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4" name="Google Shape;324;p63"/>
          <p:cNvSpPr/>
          <p:nvPr>
            <p:ph idx="2" type="pic"/>
          </p:nvPr>
        </p:nvSpPr>
        <p:spPr>
          <a:xfrm>
            <a:off x="6667500" y="565151"/>
            <a:ext cx="17151350" cy="12579349"/>
          </a:xfrm>
          <a:prstGeom prst="rect">
            <a:avLst/>
          </a:prstGeom>
          <a:solidFill>
            <a:srgbClr val="E0E0E0"/>
          </a:solidFill>
          <a:ln>
            <a:noFill/>
          </a:ln>
        </p:spPr>
      </p:sp>
      <p:sp>
        <p:nvSpPr>
          <p:cNvPr id="325" name="Google Shape;325;p63"/>
          <p:cNvSpPr txBox="1"/>
          <p:nvPr>
            <p:ph idx="1" type="body"/>
          </p:nvPr>
        </p:nvSpPr>
        <p:spPr>
          <a:xfrm>
            <a:off x="563069" y="3429000"/>
            <a:ext cx="4963923" cy="8572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or imagery, bleed">
  <p:cSld name="Video or imagery, bleed">
    <p:spTree>
      <p:nvGrpSpPr>
        <p:cNvPr id="326" name="Shape 326"/>
        <p:cNvGrpSpPr/>
        <p:nvPr/>
      </p:nvGrpSpPr>
      <p:grpSpPr>
        <a:xfrm>
          <a:off x="0" y="0"/>
          <a:ext cx="0" cy="0"/>
          <a:chOff x="0" y="0"/>
          <a:chExt cx="0" cy="0"/>
        </a:xfrm>
      </p:grpSpPr>
      <p:sp>
        <p:nvSpPr>
          <p:cNvPr id="327" name="Google Shape;327;p64"/>
          <p:cNvSpPr txBox="1"/>
          <p:nvPr>
            <p:ph idx="12" type="sldNum"/>
          </p:nvPr>
        </p:nvSpPr>
        <p:spPr>
          <a:xfrm>
            <a:off x="23555959" y="12896848"/>
            <a:ext cx="256541" cy="254001"/>
          </a:xfrm>
          <a:prstGeom prst="rect">
            <a:avLst/>
          </a:prstGeom>
          <a:noFill/>
          <a:ln>
            <a:noFill/>
          </a:ln>
        </p:spPr>
        <p:txBody>
          <a:bodyPr anchorCtr="0" anchor="b"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8" name="Google Shape;328;p64"/>
          <p:cNvSpPr/>
          <p:nvPr>
            <p:ph idx="2" type="pic"/>
          </p:nvPr>
        </p:nvSpPr>
        <p:spPr>
          <a:xfrm>
            <a:off x="1" y="0"/>
            <a:ext cx="24387174" cy="13715999"/>
          </a:xfrm>
          <a:prstGeom prst="rect">
            <a:avLst/>
          </a:prstGeom>
          <a:solidFill>
            <a:srgbClr val="E0E0E0"/>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or imagery, inset">
  <p:cSld name="Video or imagery, inset">
    <p:spTree>
      <p:nvGrpSpPr>
        <p:cNvPr id="329" name="Shape 329"/>
        <p:cNvGrpSpPr/>
        <p:nvPr/>
      </p:nvGrpSpPr>
      <p:grpSpPr>
        <a:xfrm>
          <a:off x="0" y="0"/>
          <a:ext cx="0" cy="0"/>
          <a:chOff x="0" y="0"/>
          <a:chExt cx="0" cy="0"/>
        </a:xfrm>
      </p:grpSpPr>
      <p:sp>
        <p:nvSpPr>
          <p:cNvPr id="330" name="Google Shape;330;p65"/>
          <p:cNvSpPr txBox="1"/>
          <p:nvPr>
            <p:ph idx="12" type="sldNum"/>
          </p:nvPr>
        </p:nvSpPr>
        <p:spPr>
          <a:xfrm>
            <a:off x="23555959" y="12896848"/>
            <a:ext cx="256541" cy="254001"/>
          </a:xfrm>
          <a:prstGeom prst="rect">
            <a:avLst/>
          </a:prstGeom>
          <a:noFill/>
          <a:ln>
            <a:noFill/>
          </a:ln>
        </p:spPr>
        <p:txBody>
          <a:bodyPr anchorCtr="0" anchor="b"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31" name="Google Shape;331;p65"/>
          <p:cNvSpPr/>
          <p:nvPr>
            <p:ph idx="2" type="pic"/>
          </p:nvPr>
        </p:nvSpPr>
        <p:spPr>
          <a:xfrm>
            <a:off x="568325" y="569913"/>
            <a:ext cx="23244175" cy="12580936"/>
          </a:xfrm>
          <a:prstGeom prst="rect">
            <a:avLst/>
          </a:prstGeom>
          <a:solidFill>
            <a:srgbClr val="E0E0E0"/>
          </a:solid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s, profiles, contributors">
  <p:cSld name="Contacts, profiles, contributors">
    <p:spTree>
      <p:nvGrpSpPr>
        <p:cNvPr id="332" name="Shape 332"/>
        <p:cNvGrpSpPr/>
        <p:nvPr/>
      </p:nvGrpSpPr>
      <p:grpSpPr>
        <a:xfrm>
          <a:off x="0" y="0"/>
          <a:ext cx="0" cy="0"/>
          <a:chOff x="0" y="0"/>
          <a:chExt cx="0" cy="0"/>
        </a:xfrm>
      </p:grpSpPr>
      <p:sp>
        <p:nvSpPr>
          <p:cNvPr id="333" name="Google Shape;333;p66"/>
          <p:cNvSpPr/>
          <p:nvPr>
            <p:ph idx="2" type="pic"/>
          </p:nvPr>
        </p:nvSpPr>
        <p:spPr>
          <a:xfrm>
            <a:off x="576072" y="6117123"/>
            <a:ext cx="2473325" cy="2476500"/>
          </a:xfrm>
          <a:prstGeom prst="rect">
            <a:avLst/>
          </a:prstGeom>
          <a:solidFill>
            <a:srgbClr val="E0E0E0"/>
          </a:solidFill>
          <a:ln>
            <a:noFill/>
          </a:ln>
        </p:spPr>
      </p:sp>
      <p:sp>
        <p:nvSpPr>
          <p:cNvPr id="334" name="Google Shape;334;p66"/>
          <p:cNvSpPr/>
          <p:nvPr>
            <p:ph idx="3" type="pic"/>
          </p:nvPr>
        </p:nvSpPr>
        <p:spPr>
          <a:xfrm>
            <a:off x="576072" y="9525000"/>
            <a:ext cx="2473325" cy="2476500"/>
          </a:xfrm>
          <a:prstGeom prst="rect">
            <a:avLst/>
          </a:prstGeom>
          <a:solidFill>
            <a:srgbClr val="E0E0E0"/>
          </a:solidFill>
          <a:ln>
            <a:noFill/>
          </a:ln>
        </p:spPr>
      </p:sp>
      <p:sp>
        <p:nvSpPr>
          <p:cNvPr id="335" name="Google Shape;335;p66"/>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66"/>
          <p:cNvSpPr/>
          <p:nvPr>
            <p:ph idx="4" type="pic"/>
          </p:nvPr>
        </p:nvSpPr>
        <p:spPr>
          <a:xfrm>
            <a:off x="576072" y="2618874"/>
            <a:ext cx="2473325" cy="2476500"/>
          </a:xfrm>
          <a:prstGeom prst="rect">
            <a:avLst/>
          </a:prstGeom>
          <a:solidFill>
            <a:srgbClr val="E0E0E0"/>
          </a:solidFill>
          <a:ln>
            <a:noFill/>
          </a:ln>
        </p:spPr>
      </p:sp>
      <p:sp>
        <p:nvSpPr>
          <p:cNvPr id="337" name="Google Shape;337;p66"/>
          <p:cNvSpPr/>
          <p:nvPr>
            <p:ph idx="5" type="pic"/>
          </p:nvPr>
        </p:nvSpPr>
        <p:spPr>
          <a:xfrm>
            <a:off x="12757150" y="6121400"/>
            <a:ext cx="2473325" cy="2476500"/>
          </a:xfrm>
          <a:prstGeom prst="rect">
            <a:avLst/>
          </a:prstGeom>
          <a:solidFill>
            <a:srgbClr val="E0E0E0"/>
          </a:solidFill>
          <a:ln>
            <a:noFill/>
          </a:ln>
        </p:spPr>
      </p:sp>
      <p:sp>
        <p:nvSpPr>
          <p:cNvPr id="338" name="Google Shape;338;p66"/>
          <p:cNvSpPr/>
          <p:nvPr>
            <p:ph idx="6" type="pic"/>
          </p:nvPr>
        </p:nvSpPr>
        <p:spPr>
          <a:xfrm>
            <a:off x="12757150" y="9525000"/>
            <a:ext cx="2473325" cy="2476500"/>
          </a:xfrm>
          <a:prstGeom prst="rect">
            <a:avLst/>
          </a:prstGeom>
          <a:solidFill>
            <a:srgbClr val="E0E0E0"/>
          </a:solidFill>
          <a:ln>
            <a:noFill/>
          </a:ln>
        </p:spPr>
      </p:sp>
      <p:sp>
        <p:nvSpPr>
          <p:cNvPr id="339" name="Google Shape;339;p66"/>
          <p:cNvSpPr/>
          <p:nvPr>
            <p:ph idx="7" type="pic"/>
          </p:nvPr>
        </p:nvSpPr>
        <p:spPr>
          <a:xfrm>
            <a:off x="12757150" y="2667000"/>
            <a:ext cx="2473325" cy="2476500"/>
          </a:xfrm>
          <a:prstGeom prst="rect">
            <a:avLst/>
          </a:prstGeom>
          <a:solidFill>
            <a:srgbClr val="E0E0E0"/>
          </a:solidFill>
          <a:ln>
            <a:noFill/>
          </a:ln>
        </p:spPr>
      </p:sp>
      <p:sp>
        <p:nvSpPr>
          <p:cNvPr id="340" name="Google Shape;340;p66"/>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341" name="Google Shape;341;p66"/>
          <p:cNvSpPr/>
          <p:nvPr>
            <p:ph idx="8" type="pic"/>
          </p:nvPr>
        </p:nvSpPr>
        <p:spPr>
          <a:xfrm>
            <a:off x="12764898" y="6117123"/>
            <a:ext cx="2328218" cy="2476500"/>
          </a:xfrm>
          <a:prstGeom prst="rect">
            <a:avLst/>
          </a:prstGeom>
          <a:solidFill>
            <a:srgbClr val="E0E0E0"/>
          </a:solidFill>
          <a:ln>
            <a:noFill/>
          </a:ln>
        </p:spPr>
      </p:sp>
      <p:sp>
        <p:nvSpPr>
          <p:cNvPr id="342" name="Google Shape;342;p66"/>
          <p:cNvSpPr/>
          <p:nvPr>
            <p:ph idx="9" type="pic"/>
          </p:nvPr>
        </p:nvSpPr>
        <p:spPr>
          <a:xfrm>
            <a:off x="12764898" y="9525000"/>
            <a:ext cx="2328218" cy="2476500"/>
          </a:xfrm>
          <a:prstGeom prst="rect">
            <a:avLst/>
          </a:prstGeom>
          <a:solidFill>
            <a:srgbClr val="E0E0E0"/>
          </a:solidFill>
          <a:ln>
            <a:noFill/>
          </a:ln>
        </p:spPr>
      </p:sp>
      <p:sp>
        <p:nvSpPr>
          <p:cNvPr id="343" name="Google Shape;343;p66"/>
          <p:cNvSpPr/>
          <p:nvPr>
            <p:ph idx="13" type="pic"/>
          </p:nvPr>
        </p:nvSpPr>
        <p:spPr>
          <a:xfrm>
            <a:off x="12764898" y="2646074"/>
            <a:ext cx="2328218" cy="2476500"/>
          </a:xfrm>
          <a:prstGeom prst="rect">
            <a:avLst/>
          </a:prstGeom>
          <a:solidFill>
            <a:srgbClr val="E0E0E0"/>
          </a:solidFill>
          <a:ln>
            <a:noFill/>
          </a:ln>
        </p:spPr>
      </p:sp>
      <p:sp>
        <p:nvSpPr>
          <p:cNvPr id="344" name="Google Shape;344;p66"/>
          <p:cNvSpPr txBox="1"/>
          <p:nvPr>
            <p:ph type="title"/>
          </p:nvPr>
        </p:nvSpPr>
        <p:spPr>
          <a:xfrm>
            <a:off x="576072" y="385200"/>
            <a:ext cx="4949825" cy="152558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45" name="Google Shape;345;p66"/>
          <p:cNvSpPr txBox="1"/>
          <p:nvPr>
            <p:ph idx="1" type="body"/>
          </p:nvPr>
        </p:nvSpPr>
        <p:spPr>
          <a:xfrm>
            <a:off x="3349623" y="2618874"/>
            <a:ext cx="5756496" cy="252462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46" name="Google Shape;346;p66"/>
          <p:cNvSpPr txBox="1"/>
          <p:nvPr>
            <p:ph idx="14" type="body"/>
          </p:nvPr>
        </p:nvSpPr>
        <p:spPr>
          <a:xfrm>
            <a:off x="3349623" y="6117123"/>
            <a:ext cx="5756496" cy="24603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47" name="Google Shape;347;p66"/>
          <p:cNvSpPr txBox="1"/>
          <p:nvPr>
            <p:ph idx="15" type="body"/>
          </p:nvPr>
        </p:nvSpPr>
        <p:spPr>
          <a:xfrm>
            <a:off x="3349623" y="9525000"/>
            <a:ext cx="5843620" cy="24603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48" name="Google Shape;348;p66"/>
          <p:cNvSpPr/>
          <p:nvPr>
            <p:ph idx="16" type="pic"/>
          </p:nvPr>
        </p:nvSpPr>
        <p:spPr>
          <a:xfrm>
            <a:off x="12756886" y="6144323"/>
            <a:ext cx="2473325" cy="2476500"/>
          </a:xfrm>
          <a:prstGeom prst="rect">
            <a:avLst/>
          </a:prstGeom>
          <a:solidFill>
            <a:srgbClr val="E0E0E0"/>
          </a:solidFill>
          <a:ln>
            <a:noFill/>
          </a:ln>
        </p:spPr>
      </p:sp>
      <p:sp>
        <p:nvSpPr>
          <p:cNvPr id="349" name="Google Shape;349;p66"/>
          <p:cNvSpPr/>
          <p:nvPr>
            <p:ph idx="17" type="pic"/>
          </p:nvPr>
        </p:nvSpPr>
        <p:spPr>
          <a:xfrm>
            <a:off x="12756886" y="9552200"/>
            <a:ext cx="2473325" cy="2476500"/>
          </a:xfrm>
          <a:prstGeom prst="rect">
            <a:avLst/>
          </a:prstGeom>
          <a:solidFill>
            <a:srgbClr val="E0E0E0"/>
          </a:solidFill>
          <a:ln>
            <a:noFill/>
          </a:ln>
        </p:spPr>
      </p:sp>
      <p:sp>
        <p:nvSpPr>
          <p:cNvPr id="350" name="Google Shape;350;p66"/>
          <p:cNvSpPr/>
          <p:nvPr>
            <p:ph idx="18" type="pic"/>
          </p:nvPr>
        </p:nvSpPr>
        <p:spPr>
          <a:xfrm>
            <a:off x="12756886" y="2646074"/>
            <a:ext cx="2473325" cy="2476500"/>
          </a:xfrm>
          <a:prstGeom prst="rect">
            <a:avLst/>
          </a:prstGeom>
          <a:solidFill>
            <a:srgbClr val="E0E0E0"/>
          </a:solidFill>
          <a:ln>
            <a:noFill/>
          </a:ln>
        </p:spPr>
      </p:sp>
      <p:sp>
        <p:nvSpPr>
          <p:cNvPr id="351" name="Google Shape;351;p66"/>
          <p:cNvSpPr/>
          <p:nvPr>
            <p:ph idx="19" type="pic"/>
          </p:nvPr>
        </p:nvSpPr>
        <p:spPr>
          <a:xfrm>
            <a:off x="12756886" y="6165249"/>
            <a:ext cx="2291075" cy="2476500"/>
          </a:xfrm>
          <a:prstGeom prst="rect">
            <a:avLst/>
          </a:prstGeom>
          <a:solidFill>
            <a:srgbClr val="E0E0E0"/>
          </a:solidFill>
          <a:ln>
            <a:noFill/>
          </a:ln>
        </p:spPr>
      </p:sp>
      <p:sp>
        <p:nvSpPr>
          <p:cNvPr id="352" name="Google Shape;352;p66"/>
          <p:cNvSpPr/>
          <p:nvPr>
            <p:ph idx="20" type="pic"/>
          </p:nvPr>
        </p:nvSpPr>
        <p:spPr>
          <a:xfrm>
            <a:off x="12756886" y="9573126"/>
            <a:ext cx="2291075" cy="2476500"/>
          </a:xfrm>
          <a:prstGeom prst="rect">
            <a:avLst/>
          </a:prstGeom>
          <a:solidFill>
            <a:srgbClr val="E0E0E0"/>
          </a:solidFill>
          <a:ln>
            <a:noFill/>
          </a:ln>
        </p:spPr>
      </p:sp>
      <p:sp>
        <p:nvSpPr>
          <p:cNvPr id="353" name="Google Shape;353;p66"/>
          <p:cNvSpPr/>
          <p:nvPr>
            <p:ph idx="21" type="pic"/>
          </p:nvPr>
        </p:nvSpPr>
        <p:spPr>
          <a:xfrm>
            <a:off x="12756886" y="2667000"/>
            <a:ext cx="2291075" cy="2476500"/>
          </a:xfrm>
          <a:prstGeom prst="rect">
            <a:avLst/>
          </a:prstGeom>
          <a:solidFill>
            <a:srgbClr val="E0E0E0"/>
          </a:solidFill>
          <a:ln>
            <a:noFill/>
          </a:ln>
        </p:spPr>
      </p:sp>
      <p:sp>
        <p:nvSpPr>
          <p:cNvPr id="354" name="Google Shape;354;p66"/>
          <p:cNvSpPr txBox="1"/>
          <p:nvPr>
            <p:ph idx="22" type="body"/>
          </p:nvPr>
        </p:nvSpPr>
        <p:spPr>
          <a:xfrm>
            <a:off x="15530437" y="2667000"/>
            <a:ext cx="5843620" cy="252462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55" name="Google Shape;355;p66"/>
          <p:cNvSpPr txBox="1"/>
          <p:nvPr>
            <p:ph idx="23" type="body"/>
          </p:nvPr>
        </p:nvSpPr>
        <p:spPr>
          <a:xfrm>
            <a:off x="15530437" y="6165249"/>
            <a:ext cx="5843620" cy="24603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56" name="Google Shape;356;p66"/>
          <p:cNvSpPr txBox="1"/>
          <p:nvPr>
            <p:ph idx="24" type="body"/>
          </p:nvPr>
        </p:nvSpPr>
        <p:spPr>
          <a:xfrm>
            <a:off x="15530437" y="9573126"/>
            <a:ext cx="5843620" cy="24603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3600"/>
              <a:buNone/>
              <a:defRPr b="0" i="0" sz="3600">
                <a:solidFill>
                  <a:schemeClr val="lt1"/>
                </a:solidFill>
                <a:latin typeface="IBM Plex Sans Light"/>
                <a:ea typeface="IBM Plex Sans Light"/>
                <a:cs typeface="IBM Plex Sans Light"/>
                <a:sym typeface="IBM Plex Sans Light"/>
              </a:defRPr>
            </a:lvl1pPr>
            <a:lvl2pPr indent="-457200" lvl="1" marL="9144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2pPr>
            <a:lvl3pPr indent="-457200" lvl="2" marL="13716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3pPr>
            <a:lvl4pPr indent="-457200" lvl="3" marL="1828800" algn="l">
              <a:lnSpc>
                <a:spcPct val="100000"/>
              </a:lnSpc>
              <a:spcBef>
                <a:spcPts val="0"/>
              </a:spcBef>
              <a:spcAft>
                <a:spcPts val="0"/>
              </a:spcAft>
              <a:buSzPts val="3600"/>
              <a:buFont typeface="Arial"/>
              <a:buChar char="•"/>
              <a:defRPr b="0" i="0" sz="3600">
                <a:solidFill>
                  <a:schemeClr val="lt1"/>
                </a:solidFill>
                <a:latin typeface="IBM Plex Sans Light"/>
                <a:ea typeface="IBM Plex Sans Light"/>
                <a:cs typeface="IBM Plex Sans Light"/>
                <a:sym typeface="IBM Plex Sans Light"/>
              </a:defRPr>
            </a:lvl4pPr>
            <a:lvl5pPr indent="-228600" lvl="4" marL="2286000" algn="l">
              <a:lnSpc>
                <a:spcPct val="110000"/>
              </a:lnSpc>
              <a:spcBef>
                <a:spcPts val="0"/>
              </a:spcBef>
              <a:spcAft>
                <a:spcPts val="0"/>
              </a:spcAft>
              <a:buClr>
                <a:schemeClr val="lt1"/>
              </a:buClr>
              <a:buSzPts val="3600"/>
              <a:buNone/>
              <a:defRPr>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357" name="Shape 357"/>
        <p:cNvGrpSpPr/>
        <p:nvPr/>
      </p:nvGrpSpPr>
      <p:grpSpPr>
        <a:xfrm>
          <a:off x="0" y="0"/>
          <a:ext cx="0" cy="0"/>
          <a:chOff x="0" y="0"/>
          <a:chExt cx="0" cy="0"/>
        </a:xfrm>
      </p:grpSpPr>
      <p:sp>
        <p:nvSpPr>
          <p:cNvPr id="358" name="Google Shape;358;p67"/>
          <p:cNvSpPr txBox="1"/>
          <p:nvPr>
            <p:ph type="title"/>
          </p:nvPr>
        </p:nvSpPr>
        <p:spPr>
          <a:xfrm>
            <a:off x="576072" y="385200"/>
            <a:ext cx="4949825" cy="4573587"/>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2"/>
              </a:buClr>
              <a:buSzPts val="6400"/>
              <a:buFont typeface="IBM Plex Sans Light"/>
              <a:buNone/>
              <a:defRPr b="0" i="0" sz="6400">
                <a:solidFill>
                  <a:schemeClr val="lt2"/>
                </a:solidFill>
                <a:latin typeface="IBM Plex Sans Light"/>
                <a:ea typeface="IBM Plex Sans Light"/>
                <a:cs typeface="IBM Plex Sans Light"/>
                <a:sym typeface="IBM Plex Sans Light"/>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59" name="Google Shape;359;p67"/>
          <p:cNvSpPr/>
          <p:nvPr>
            <p:ph idx="2" type="tbl"/>
          </p:nvPr>
        </p:nvSpPr>
        <p:spPr>
          <a:xfrm>
            <a:off x="6667500" y="569913"/>
            <a:ext cx="17145000" cy="1143158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1pPr>
            <a:lvl2pPr lvl="1"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2pPr>
            <a:lvl3pPr lvl="2"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3pPr>
            <a:lvl4pPr lvl="3"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4pPr>
            <a:lvl5pPr lvl="4"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5pPr>
            <a:lvl6pPr lvl="5"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6pPr>
            <a:lvl7pPr lvl="6"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7pPr>
            <a:lvl8pPr lvl="7"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8pPr>
            <a:lvl9pPr lvl="8" marR="0" rtl="0" algn="r">
              <a:lnSpc>
                <a:spcPct val="100000"/>
              </a:lnSpc>
              <a:spcBef>
                <a:spcPts val="0"/>
              </a:spcBef>
              <a:spcAft>
                <a:spcPts val="0"/>
              </a:spcAft>
              <a:buClr>
                <a:schemeClr val="lt1"/>
              </a:buClr>
              <a:buSzPts val="1600"/>
              <a:buFont typeface="IBM Plex Sans Light"/>
              <a:buNone/>
              <a:defRPr b="0" i="0" sz="1600" u="none" cap="none" strike="noStrike">
                <a:solidFill>
                  <a:schemeClr val="lt1"/>
                </a:solidFill>
                <a:latin typeface="IBM Plex Sans Light"/>
                <a:ea typeface="IBM Plex Sans Light"/>
                <a:cs typeface="IBM Plex Sans Light"/>
                <a:sym typeface="IBM Plex Sans Light"/>
              </a:defRPr>
            </a:lvl9pPr>
          </a:lstStyle>
          <a:p/>
        </p:txBody>
      </p:sp>
      <p:sp>
        <p:nvSpPr>
          <p:cNvPr id="360" name="Google Shape;360;p67"/>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67"/>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disclaimer, one column">
  <p:cSld name="Legal disclaimer, one column">
    <p:spTree>
      <p:nvGrpSpPr>
        <p:cNvPr id="362" name="Shape 362"/>
        <p:cNvGrpSpPr/>
        <p:nvPr/>
      </p:nvGrpSpPr>
      <p:grpSpPr>
        <a:xfrm>
          <a:off x="0" y="0"/>
          <a:ext cx="0" cy="0"/>
          <a:chOff x="0" y="0"/>
          <a:chExt cx="0" cy="0"/>
        </a:xfrm>
      </p:grpSpPr>
      <p:sp>
        <p:nvSpPr>
          <p:cNvPr id="363" name="Google Shape;363;p68"/>
          <p:cNvSpPr txBox="1"/>
          <p:nvPr>
            <p:ph idx="1" type="body"/>
          </p:nvPr>
        </p:nvSpPr>
        <p:spPr>
          <a:xfrm>
            <a:off x="576072" y="385200"/>
            <a:ext cx="4956175" cy="28590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2"/>
                </a:solidFill>
                <a:latin typeface="IBM Plex Sans Light"/>
                <a:ea typeface="IBM Plex Sans Light"/>
                <a:cs typeface="IBM Plex Sans Light"/>
                <a:sym typeface="IBM Plex Sans Light"/>
              </a:defRPr>
            </a:lvl1pPr>
            <a:lvl2pPr indent="-635000" lvl="1" marL="914400" algn="l">
              <a:lnSpc>
                <a:spcPct val="100000"/>
              </a:lnSpc>
              <a:spcBef>
                <a:spcPts val="0"/>
              </a:spcBef>
              <a:spcAft>
                <a:spcPts val="0"/>
              </a:spcAft>
              <a:buSzPts val="6400"/>
              <a:buChar char="•"/>
              <a:defRPr sz="6400">
                <a:solidFill>
                  <a:schemeClr val="lt1"/>
                </a:solidFill>
              </a:defRPr>
            </a:lvl2pPr>
            <a:lvl3pPr indent="-635000" lvl="2" marL="1371600" algn="l">
              <a:lnSpc>
                <a:spcPct val="100000"/>
              </a:lnSpc>
              <a:spcBef>
                <a:spcPts val="0"/>
              </a:spcBef>
              <a:spcAft>
                <a:spcPts val="0"/>
              </a:spcAft>
              <a:buSzPts val="6400"/>
              <a:buChar char="•"/>
              <a:defRPr sz="6400">
                <a:solidFill>
                  <a:schemeClr val="lt1"/>
                </a:solidFill>
              </a:defRPr>
            </a:lvl3pPr>
            <a:lvl4pPr indent="-635000" lvl="3" marL="1828800" algn="l">
              <a:lnSpc>
                <a:spcPct val="100000"/>
              </a:lnSpc>
              <a:spcBef>
                <a:spcPts val="0"/>
              </a:spcBef>
              <a:spcAft>
                <a:spcPts val="0"/>
              </a:spcAft>
              <a:buSzPts val="6400"/>
              <a:buChar char="•"/>
              <a:defRPr sz="6400">
                <a:solidFill>
                  <a:schemeClr val="lt1"/>
                </a:solidFill>
              </a:defRPr>
            </a:lvl4pPr>
            <a:lvl5pPr indent="-228600" lvl="4" marL="2286000" algn="l">
              <a:lnSpc>
                <a:spcPct val="100000"/>
              </a:lnSpc>
              <a:spcBef>
                <a:spcPts val="0"/>
              </a:spcBef>
              <a:spcAft>
                <a:spcPts val="0"/>
              </a:spcAft>
              <a:buClr>
                <a:schemeClr val="lt1"/>
              </a:buClr>
              <a:buSzPts val="6400"/>
              <a:buNone/>
              <a:defRPr sz="64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64" name="Google Shape;364;p68"/>
          <p:cNvSpPr txBox="1"/>
          <p:nvPr>
            <p:ph idx="2" type="body"/>
          </p:nvPr>
        </p:nvSpPr>
        <p:spPr>
          <a:xfrm>
            <a:off x="18859500" y="569913"/>
            <a:ext cx="4953000"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600"/>
              <a:buNone/>
              <a:defRPr b="0" i="0" sz="1600">
                <a:solidFill>
                  <a:schemeClr val="lt1"/>
                </a:solidFill>
                <a:latin typeface="IBM Plex Sans Light"/>
                <a:ea typeface="IBM Plex Sans Light"/>
                <a:cs typeface="IBM Plex Sans Light"/>
                <a:sym typeface="IBM Plex Sans Light"/>
              </a:defRPr>
            </a:lvl1pPr>
            <a:lvl2pPr indent="-330200" lvl="1" marL="9144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2pPr>
            <a:lvl3pPr indent="-330200" lvl="2" marL="13716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3pPr>
            <a:lvl4pPr indent="-330200" lvl="3" marL="18288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4pPr>
            <a:lvl5pPr indent="-228600" lvl="4" marL="2286000" algn="l">
              <a:lnSpc>
                <a:spcPct val="120000"/>
              </a:lnSpc>
              <a:spcBef>
                <a:spcPts val="0"/>
              </a:spcBef>
              <a:spcAft>
                <a:spcPts val="0"/>
              </a:spcAft>
              <a:buClr>
                <a:schemeClr val="lt1"/>
              </a:buClr>
              <a:buSzPts val="1600"/>
              <a:buNone/>
              <a:defRPr b="0" i="0" sz="1600">
                <a:solidFill>
                  <a:schemeClr val="lt1"/>
                </a:solidFill>
                <a:latin typeface="IBM Plex Sans"/>
                <a:ea typeface="IBM Plex Sans"/>
                <a:cs typeface="IBM Plex Sans"/>
                <a:sym typeface="IBM Plex Sans"/>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65" name="Google Shape;365;p68"/>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68"/>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disclaimer, two columns">
  <p:cSld name="Legal disclaimer, two columns">
    <p:spTree>
      <p:nvGrpSpPr>
        <p:cNvPr id="367" name="Shape 367"/>
        <p:cNvGrpSpPr/>
        <p:nvPr/>
      </p:nvGrpSpPr>
      <p:grpSpPr>
        <a:xfrm>
          <a:off x="0" y="0"/>
          <a:ext cx="0" cy="0"/>
          <a:chOff x="0" y="0"/>
          <a:chExt cx="0" cy="0"/>
        </a:xfrm>
      </p:grpSpPr>
      <p:sp>
        <p:nvSpPr>
          <p:cNvPr id="368" name="Google Shape;368;p69"/>
          <p:cNvSpPr txBox="1"/>
          <p:nvPr>
            <p:ph idx="1" type="body"/>
          </p:nvPr>
        </p:nvSpPr>
        <p:spPr>
          <a:xfrm>
            <a:off x="576072" y="385200"/>
            <a:ext cx="4956175" cy="28590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400"/>
              <a:buNone/>
              <a:defRPr b="0" i="0" sz="6400">
                <a:solidFill>
                  <a:schemeClr val="lt2"/>
                </a:solidFill>
                <a:latin typeface="IBM Plex Sans Light"/>
                <a:ea typeface="IBM Plex Sans Light"/>
                <a:cs typeface="IBM Plex Sans Light"/>
                <a:sym typeface="IBM Plex Sans Light"/>
              </a:defRPr>
            </a:lvl1pPr>
            <a:lvl2pPr indent="-635000" lvl="1" marL="914400" algn="l">
              <a:lnSpc>
                <a:spcPct val="100000"/>
              </a:lnSpc>
              <a:spcBef>
                <a:spcPts val="0"/>
              </a:spcBef>
              <a:spcAft>
                <a:spcPts val="0"/>
              </a:spcAft>
              <a:buSzPts val="6400"/>
              <a:buChar char="•"/>
              <a:defRPr sz="6400">
                <a:solidFill>
                  <a:schemeClr val="lt1"/>
                </a:solidFill>
              </a:defRPr>
            </a:lvl2pPr>
            <a:lvl3pPr indent="-635000" lvl="2" marL="1371600" algn="l">
              <a:lnSpc>
                <a:spcPct val="100000"/>
              </a:lnSpc>
              <a:spcBef>
                <a:spcPts val="0"/>
              </a:spcBef>
              <a:spcAft>
                <a:spcPts val="0"/>
              </a:spcAft>
              <a:buSzPts val="6400"/>
              <a:buChar char="•"/>
              <a:defRPr sz="6400">
                <a:solidFill>
                  <a:schemeClr val="lt1"/>
                </a:solidFill>
              </a:defRPr>
            </a:lvl3pPr>
            <a:lvl4pPr indent="-635000" lvl="3" marL="1828800" algn="l">
              <a:lnSpc>
                <a:spcPct val="100000"/>
              </a:lnSpc>
              <a:spcBef>
                <a:spcPts val="0"/>
              </a:spcBef>
              <a:spcAft>
                <a:spcPts val="0"/>
              </a:spcAft>
              <a:buSzPts val="6400"/>
              <a:buChar char="•"/>
              <a:defRPr sz="6400">
                <a:solidFill>
                  <a:schemeClr val="lt1"/>
                </a:solidFill>
              </a:defRPr>
            </a:lvl4pPr>
            <a:lvl5pPr indent="-228600" lvl="4" marL="2286000" algn="l">
              <a:lnSpc>
                <a:spcPct val="100000"/>
              </a:lnSpc>
              <a:spcBef>
                <a:spcPts val="0"/>
              </a:spcBef>
              <a:spcAft>
                <a:spcPts val="0"/>
              </a:spcAft>
              <a:buClr>
                <a:schemeClr val="lt1"/>
              </a:buClr>
              <a:buSzPts val="6400"/>
              <a:buNone/>
              <a:defRPr sz="6400">
                <a:solidFill>
                  <a:schemeClr val="lt1"/>
                </a:solidFill>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69" name="Google Shape;369;p69"/>
          <p:cNvSpPr txBox="1"/>
          <p:nvPr>
            <p:ph idx="2" type="body"/>
          </p:nvPr>
        </p:nvSpPr>
        <p:spPr>
          <a:xfrm>
            <a:off x="18859500" y="569913"/>
            <a:ext cx="4953000"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600"/>
              <a:buNone/>
              <a:defRPr b="0" i="0" sz="1600">
                <a:solidFill>
                  <a:schemeClr val="lt1"/>
                </a:solidFill>
                <a:latin typeface="IBM Plex Sans Light"/>
                <a:ea typeface="IBM Plex Sans Light"/>
                <a:cs typeface="IBM Plex Sans Light"/>
                <a:sym typeface="IBM Plex Sans Light"/>
              </a:defRPr>
            </a:lvl1pPr>
            <a:lvl2pPr indent="-330200" lvl="1" marL="9144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2pPr>
            <a:lvl3pPr indent="-330200" lvl="2" marL="13716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3pPr>
            <a:lvl4pPr indent="-330200" lvl="3" marL="18288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4pPr>
            <a:lvl5pPr indent="-228600" lvl="4" marL="2286000" algn="l">
              <a:lnSpc>
                <a:spcPct val="120000"/>
              </a:lnSpc>
              <a:spcBef>
                <a:spcPts val="0"/>
              </a:spcBef>
              <a:spcAft>
                <a:spcPts val="0"/>
              </a:spcAft>
              <a:buClr>
                <a:schemeClr val="lt1"/>
              </a:buClr>
              <a:buSzPts val="1600"/>
              <a:buNone/>
              <a:defRPr b="0" i="0" sz="1600">
                <a:solidFill>
                  <a:schemeClr val="lt1"/>
                </a:solidFill>
                <a:latin typeface="IBM Plex Sans"/>
                <a:ea typeface="IBM Plex Sans"/>
                <a:cs typeface="IBM Plex Sans"/>
                <a:sym typeface="IBM Plex Sans"/>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70" name="Google Shape;370;p69"/>
          <p:cNvSpPr txBox="1"/>
          <p:nvPr>
            <p:ph idx="11" type="ftr"/>
          </p:nvPr>
        </p:nvSpPr>
        <p:spPr>
          <a:xfrm>
            <a:off x="581024" y="12804775"/>
            <a:ext cx="4956176" cy="381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b="0" i="0">
                <a:latin typeface="IBM Plex Sans Light"/>
                <a:ea typeface="IBM Plex Sans Light"/>
                <a:cs typeface="IBM Plex Sans Light"/>
                <a:sym typeface="IBM Plex Sans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1" name="Google Shape;371;p69"/>
          <p:cNvSpPr txBox="1"/>
          <p:nvPr>
            <p:ph idx="3" type="body"/>
          </p:nvPr>
        </p:nvSpPr>
        <p:spPr>
          <a:xfrm>
            <a:off x="12763500" y="569913"/>
            <a:ext cx="4953000" cy="114315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600"/>
              <a:buNone/>
              <a:defRPr b="0" i="0" sz="1600">
                <a:solidFill>
                  <a:schemeClr val="lt1"/>
                </a:solidFill>
                <a:latin typeface="IBM Plex Sans Light"/>
                <a:ea typeface="IBM Plex Sans Light"/>
                <a:cs typeface="IBM Plex Sans Light"/>
                <a:sym typeface="IBM Plex Sans Light"/>
              </a:defRPr>
            </a:lvl1pPr>
            <a:lvl2pPr indent="-330200" lvl="1" marL="9144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2pPr>
            <a:lvl3pPr indent="-330200" lvl="2" marL="13716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3pPr>
            <a:lvl4pPr indent="-330200" lvl="3" marL="1828800" algn="l">
              <a:lnSpc>
                <a:spcPct val="120000"/>
              </a:lnSpc>
              <a:spcBef>
                <a:spcPts val="0"/>
              </a:spcBef>
              <a:spcAft>
                <a:spcPts val="0"/>
              </a:spcAft>
              <a:buSzPts val="1600"/>
              <a:buChar char="•"/>
              <a:defRPr b="0" i="0" sz="1600">
                <a:solidFill>
                  <a:schemeClr val="lt1"/>
                </a:solidFill>
                <a:latin typeface="IBM Plex Sans"/>
                <a:ea typeface="IBM Plex Sans"/>
                <a:cs typeface="IBM Plex Sans"/>
                <a:sym typeface="IBM Plex Sans"/>
              </a:defRPr>
            </a:lvl4pPr>
            <a:lvl5pPr indent="-228600" lvl="4" marL="2286000" algn="l">
              <a:lnSpc>
                <a:spcPct val="120000"/>
              </a:lnSpc>
              <a:spcBef>
                <a:spcPts val="0"/>
              </a:spcBef>
              <a:spcAft>
                <a:spcPts val="0"/>
              </a:spcAft>
              <a:buClr>
                <a:schemeClr val="lt1"/>
              </a:buClr>
              <a:buSzPts val="1600"/>
              <a:buNone/>
              <a:defRPr b="0" i="0" sz="1600">
                <a:solidFill>
                  <a:schemeClr val="lt1"/>
                </a:solidFill>
                <a:latin typeface="IBM Plex Sans"/>
                <a:ea typeface="IBM Plex Sans"/>
                <a:cs typeface="IBM Plex Sans"/>
                <a:sym typeface="IBM Plex Sans"/>
              </a:defRPr>
            </a:lvl5pPr>
            <a:lvl6pPr indent="-342900" lvl="5" marL="2743200" algn="l">
              <a:lnSpc>
                <a:spcPct val="100000"/>
              </a:lnSpc>
              <a:spcBef>
                <a:spcPts val="2900"/>
              </a:spcBef>
              <a:spcAft>
                <a:spcPts val="0"/>
              </a:spcAft>
              <a:buClr>
                <a:srgbClr val="000000"/>
              </a:buClr>
              <a:buSzPts val="1800"/>
              <a:buChar char="»"/>
              <a:defRPr/>
            </a:lvl6pPr>
            <a:lvl7pPr indent="-342900" lvl="6" marL="3200400" algn="l">
              <a:lnSpc>
                <a:spcPct val="100000"/>
              </a:lnSpc>
              <a:spcBef>
                <a:spcPts val="2900"/>
              </a:spcBef>
              <a:spcAft>
                <a:spcPts val="0"/>
              </a:spcAft>
              <a:buClr>
                <a:srgbClr val="000000"/>
              </a:buClr>
              <a:buSzPts val="1800"/>
              <a:buChar char="»"/>
              <a:defRPr/>
            </a:lvl7pPr>
            <a:lvl8pPr indent="-342900" lvl="7" marL="3657600" algn="l">
              <a:lnSpc>
                <a:spcPct val="100000"/>
              </a:lnSpc>
              <a:spcBef>
                <a:spcPts val="2900"/>
              </a:spcBef>
              <a:spcAft>
                <a:spcPts val="0"/>
              </a:spcAft>
              <a:buClr>
                <a:srgbClr val="000000"/>
              </a:buClr>
              <a:buSzPts val="1800"/>
              <a:buChar char="»"/>
              <a:defRPr/>
            </a:lvl8pPr>
            <a:lvl9pPr indent="-342900" lvl="8" marL="4114800" algn="l">
              <a:lnSpc>
                <a:spcPct val="100000"/>
              </a:lnSpc>
              <a:spcBef>
                <a:spcPts val="2900"/>
              </a:spcBef>
              <a:spcAft>
                <a:spcPts val="0"/>
              </a:spcAft>
              <a:buClr>
                <a:srgbClr val="000000"/>
              </a:buClr>
              <a:buSzPts val="1800"/>
              <a:buChar char="»"/>
              <a:defRPr/>
            </a:lvl9pPr>
          </a:lstStyle>
          <a:p/>
        </p:txBody>
      </p:sp>
      <p:sp>
        <p:nvSpPr>
          <p:cNvPr id="372" name="Google Shape;372;p69"/>
          <p:cNvSpPr txBox="1"/>
          <p:nvPr>
            <p:ph idx="12" type="sldNum"/>
          </p:nvPr>
        </p:nvSpPr>
        <p:spPr>
          <a:xfrm>
            <a:off x="23541592" y="12938838"/>
            <a:ext cx="270908" cy="246221"/>
          </a:xfrm>
          <a:prstGeom prst="rect">
            <a:avLst/>
          </a:prstGeom>
          <a:noFill/>
          <a:ln>
            <a:noFill/>
          </a:ln>
        </p:spPr>
        <p:txBody>
          <a:bodyPr anchorCtr="0" anchor="ctr" bIns="0" lIns="0" spcFirstLastPara="1" rIns="0" wrap="square" tIns="0">
            <a:spAutoFit/>
          </a:bodyPr>
          <a:lstStyle>
            <a:lvl1pPr indent="0" lvl="0" marL="0" algn="r">
              <a:spcBef>
                <a:spcPts val="0"/>
              </a:spcBef>
              <a:buNone/>
              <a:defRPr b="0" i="0" sz="1600">
                <a:solidFill>
                  <a:schemeClr val="lt1"/>
                </a:solidFill>
                <a:latin typeface="IBM Plex Sans Light"/>
                <a:ea typeface="IBM Plex Sans Light"/>
                <a:cs typeface="IBM Plex Sans Light"/>
                <a:sym typeface="IBM Plex Sans Light"/>
              </a:defRPr>
            </a:lvl1pPr>
            <a:lvl2pPr indent="0" lvl="1" marL="0" algn="r">
              <a:spcBef>
                <a:spcPts val="0"/>
              </a:spcBef>
              <a:buNone/>
              <a:defRPr b="0" i="0" sz="1600">
                <a:solidFill>
                  <a:schemeClr val="lt1"/>
                </a:solidFill>
                <a:latin typeface="IBM Plex Sans Light"/>
                <a:ea typeface="IBM Plex Sans Light"/>
                <a:cs typeface="IBM Plex Sans Light"/>
                <a:sym typeface="IBM Plex Sans Light"/>
              </a:defRPr>
            </a:lvl2pPr>
            <a:lvl3pPr indent="0" lvl="2" marL="0" algn="r">
              <a:spcBef>
                <a:spcPts val="0"/>
              </a:spcBef>
              <a:buNone/>
              <a:defRPr b="0" i="0" sz="1600">
                <a:solidFill>
                  <a:schemeClr val="lt1"/>
                </a:solidFill>
                <a:latin typeface="IBM Plex Sans Light"/>
                <a:ea typeface="IBM Plex Sans Light"/>
                <a:cs typeface="IBM Plex Sans Light"/>
                <a:sym typeface="IBM Plex Sans Light"/>
              </a:defRPr>
            </a:lvl3pPr>
            <a:lvl4pPr indent="0" lvl="3" marL="0" algn="r">
              <a:spcBef>
                <a:spcPts val="0"/>
              </a:spcBef>
              <a:buNone/>
              <a:defRPr b="0" i="0" sz="1600">
                <a:solidFill>
                  <a:schemeClr val="lt1"/>
                </a:solidFill>
                <a:latin typeface="IBM Plex Sans Light"/>
                <a:ea typeface="IBM Plex Sans Light"/>
                <a:cs typeface="IBM Plex Sans Light"/>
                <a:sym typeface="IBM Plex Sans Light"/>
              </a:defRPr>
            </a:lvl4pPr>
            <a:lvl5pPr indent="0" lvl="4" marL="0" algn="r">
              <a:spcBef>
                <a:spcPts val="0"/>
              </a:spcBef>
              <a:buNone/>
              <a:defRPr b="0" i="0" sz="1600">
                <a:solidFill>
                  <a:schemeClr val="lt1"/>
                </a:solidFill>
                <a:latin typeface="IBM Plex Sans Light"/>
                <a:ea typeface="IBM Plex Sans Light"/>
                <a:cs typeface="IBM Plex Sans Light"/>
                <a:sym typeface="IBM Plex Sans Light"/>
              </a:defRPr>
            </a:lvl5pPr>
            <a:lvl6pPr indent="0" lvl="5" marL="0" algn="r">
              <a:spcBef>
                <a:spcPts val="0"/>
              </a:spcBef>
              <a:buNone/>
              <a:defRPr b="0" i="0" sz="1600">
                <a:solidFill>
                  <a:schemeClr val="lt1"/>
                </a:solidFill>
                <a:latin typeface="IBM Plex Sans Light"/>
                <a:ea typeface="IBM Plex Sans Light"/>
                <a:cs typeface="IBM Plex Sans Light"/>
                <a:sym typeface="IBM Plex Sans Light"/>
              </a:defRPr>
            </a:lvl6pPr>
            <a:lvl7pPr indent="0" lvl="6" marL="0" algn="r">
              <a:spcBef>
                <a:spcPts val="0"/>
              </a:spcBef>
              <a:buNone/>
              <a:defRPr b="0" i="0" sz="1600">
                <a:solidFill>
                  <a:schemeClr val="lt1"/>
                </a:solidFill>
                <a:latin typeface="IBM Plex Sans Light"/>
                <a:ea typeface="IBM Plex Sans Light"/>
                <a:cs typeface="IBM Plex Sans Light"/>
                <a:sym typeface="IBM Plex Sans Light"/>
              </a:defRPr>
            </a:lvl7pPr>
            <a:lvl8pPr indent="0" lvl="7" marL="0" algn="r">
              <a:spcBef>
                <a:spcPts val="0"/>
              </a:spcBef>
              <a:buNone/>
              <a:defRPr b="0" i="0" sz="1600">
                <a:solidFill>
                  <a:schemeClr val="lt1"/>
                </a:solidFill>
                <a:latin typeface="IBM Plex Sans Light"/>
                <a:ea typeface="IBM Plex Sans Light"/>
                <a:cs typeface="IBM Plex Sans Light"/>
                <a:sym typeface="IBM Plex Sans Light"/>
              </a:defRPr>
            </a:lvl8pPr>
            <a:lvl9pPr indent="0" lvl="8" marL="0" algn="r">
              <a:spcBef>
                <a:spcPts val="0"/>
              </a:spcBef>
              <a:buNone/>
              <a:defRPr b="0" i="0" sz="1600">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 name="Shape 7"/>
        <p:cNvGrpSpPr/>
        <p:nvPr/>
      </p:nvGrpSpPr>
      <p:grpSpPr>
        <a:xfrm>
          <a:off x="0" y="0"/>
          <a:ext cx="0" cy="0"/>
          <a:chOff x="0" y="0"/>
          <a:chExt cx="0" cy="0"/>
        </a:xfrm>
      </p:grpSpPr>
      <p:sp>
        <p:nvSpPr>
          <p:cNvPr id="8" name="Google Shape;8;p23"/>
          <p:cNvSpPr txBox="1"/>
          <p:nvPr>
            <p:ph idx="12" type="sldNum"/>
          </p:nvPr>
        </p:nvSpPr>
        <p:spPr>
          <a:xfrm>
            <a:off x="23541592" y="12939014"/>
            <a:ext cx="270908" cy="246221"/>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1pPr>
            <a:lvl2pPr indent="0" lvl="1"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2pPr>
            <a:lvl3pPr indent="0" lvl="2"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3pPr>
            <a:lvl4pPr indent="0" lvl="3"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4pPr>
            <a:lvl5pPr indent="0" lvl="4"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5pPr>
            <a:lvl6pPr indent="0" lvl="5"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6pPr>
            <a:lvl7pPr indent="0" lvl="6"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7pPr>
            <a:lvl8pPr indent="0" lvl="7"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8pPr>
            <a:lvl9pPr indent="0" lvl="8" marL="0" marR="0" rtl="0" algn="r">
              <a:spcBef>
                <a:spcPts val="0"/>
              </a:spcBef>
              <a:buNone/>
              <a:defRPr b="0" i="0" sz="1600" u="none" cap="none" strike="noStrike">
                <a:solidFill>
                  <a:schemeClr val="lt1"/>
                </a:solidFill>
                <a:latin typeface="IBM Plex Sans Light"/>
                <a:ea typeface="IBM Plex Sans Light"/>
                <a:cs typeface="IBM Plex Sans Light"/>
                <a:sym typeface="IBM Plex Sans Light"/>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p23"/>
          <p:cNvSpPr txBox="1"/>
          <p:nvPr>
            <p:ph type="title"/>
          </p:nvPr>
        </p:nvSpPr>
        <p:spPr>
          <a:xfrm>
            <a:off x="576072" y="576072"/>
            <a:ext cx="22590125" cy="2651126"/>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2"/>
              </a:buClr>
              <a:buSzPts val="6400"/>
              <a:buFont typeface="IBM Plex Sans Light"/>
              <a:buNone/>
              <a:defRPr b="0" i="0" sz="6400" u="none" cap="none" strike="noStrike">
                <a:solidFill>
                  <a:schemeClr val="lt2"/>
                </a:solidFill>
                <a:latin typeface="IBM Plex Sans Light"/>
                <a:ea typeface="IBM Plex Sans Light"/>
                <a:cs typeface="IBM Plex Sans Light"/>
                <a:sym typeface="IBM Plex Sans Light"/>
              </a:defRPr>
            </a:lvl1pPr>
            <a:lvl2pPr lvl="1"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2pPr>
            <a:lvl3pPr lvl="2"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3pPr>
            <a:lvl4pPr lvl="3"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4pPr>
            <a:lvl5pPr lvl="4"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5pPr>
            <a:lvl6pPr lvl="5"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6pPr>
            <a:lvl7pPr lvl="6"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7pPr>
            <a:lvl8pPr lvl="7"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8pPr>
            <a:lvl9pPr lvl="8" marR="0" rtl="0" algn="l">
              <a:lnSpc>
                <a:spcPct val="90000"/>
              </a:lnSpc>
              <a:spcBef>
                <a:spcPts val="0"/>
              </a:spcBef>
              <a:spcAft>
                <a:spcPts val="0"/>
              </a:spcAft>
              <a:buClr>
                <a:srgbClr val="000000"/>
              </a:buClr>
              <a:buSzPts val="6400"/>
              <a:buFont typeface="IBM Plex Sans Light"/>
              <a:buNone/>
              <a:defRPr b="0" i="0" sz="6400" u="none" cap="none" strike="noStrike">
                <a:solidFill>
                  <a:srgbClr val="000000"/>
                </a:solidFill>
                <a:latin typeface="IBM Plex Sans Light"/>
                <a:ea typeface="IBM Plex Sans Light"/>
                <a:cs typeface="IBM Plex Sans Light"/>
                <a:sym typeface="IBM Plex Sans Light"/>
              </a:defRPr>
            </a:lvl9pPr>
          </a:lstStyle>
          <a:p/>
        </p:txBody>
      </p:sp>
      <p:sp>
        <p:nvSpPr>
          <p:cNvPr id="10" name="Google Shape;10;p23"/>
          <p:cNvSpPr txBox="1"/>
          <p:nvPr>
            <p:ph idx="1" type="body"/>
          </p:nvPr>
        </p:nvSpPr>
        <p:spPr>
          <a:xfrm>
            <a:off x="574675" y="3327399"/>
            <a:ext cx="22590125" cy="8669339"/>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3600"/>
              <a:buFont typeface="Arial"/>
              <a:buNone/>
              <a:defRPr b="0" i="0" sz="3600" u="none" cap="none" strike="noStrike">
                <a:solidFill>
                  <a:schemeClr val="lt1"/>
                </a:solidFill>
                <a:latin typeface="IBM Plex Sans Light"/>
                <a:ea typeface="IBM Plex Sans Light"/>
                <a:cs typeface="IBM Plex Sans Light"/>
                <a:sym typeface="IBM Plex Sans Light"/>
              </a:defRPr>
            </a:lvl1pPr>
            <a:lvl2pPr indent="-457200" lvl="1" marL="914400" marR="0" rtl="0" algn="l">
              <a:lnSpc>
                <a:spcPct val="100000"/>
              </a:lnSpc>
              <a:spcBef>
                <a:spcPts val="0"/>
              </a:spcBef>
              <a:spcAft>
                <a:spcPts val="0"/>
              </a:spcAft>
              <a:buClr>
                <a:schemeClr val="lt1"/>
              </a:buClr>
              <a:buSzPts val="3600"/>
              <a:buFont typeface="Arial"/>
              <a:buChar char="•"/>
              <a:defRPr b="0" i="0" sz="3600" u="none" cap="none" strike="noStrike">
                <a:solidFill>
                  <a:schemeClr val="lt1"/>
                </a:solidFill>
                <a:latin typeface="IBM Plex Sans Light"/>
                <a:ea typeface="IBM Plex Sans Light"/>
                <a:cs typeface="IBM Plex Sans Light"/>
                <a:sym typeface="IBM Plex Sans Light"/>
              </a:defRPr>
            </a:lvl2pPr>
            <a:lvl3pPr indent="-457200" lvl="2" marL="1371600" marR="0" rtl="0" algn="l">
              <a:lnSpc>
                <a:spcPct val="100000"/>
              </a:lnSpc>
              <a:spcBef>
                <a:spcPts val="0"/>
              </a:spcBef>
              <a:spcAft>
                <a:spcPts val="0"/>
              </a:spcAft>
              <a:buClr>
                <a:schemeClr val="lt1"/>
              </a:buClr>
              <a:buSzPts val="3600"/>
              <a:buFont typeface="Arial"/>
              <a:buChar char="•"/>
              <a:defRPr b="0" i="0" sz="3600" u="none" cap="none" strike="noStrike">
                <a:solidFill>
                  <a:schemeClr val="lt1"/>
                </a:solidFill>
                <a:latin typeface="IBM Plex Sans Light"/>
                <a:ea typeface="IBM Plex Sans Light"/>
                <a:cs typeface="IBM Plex Sans Light"/>
                <a:sym typeface="IBM Plex Sans Light"/>
              </a:defRPr>
            </a:lvl3pPr>
            <a:lvl4pPr indent="-457200" lvl="3" marL="1828800" marR="0" rtl="0" algn="l">
              <a:lnSpc>
                <a:spcPct val="100000"/>
              </a:lnSpc>
              <a:spcBef>
                <a:spcPts val="0"/>
              </a:spcBef>
              <a:spcAft>
                <a:spcPts val="0"/>
              </a:spcAft>
              <a:buClr>
                <a:schemeClr val="lt1"/>
              </a:buClr>
              <a:buSzPts val="3600"/>
              <a:buFont typeface="Arial"/>
              <a:buChar char="•"/>
              <a:defRPr b="0" i="0" sz="3600" u="none" cap="none" strike="noStrike">
                <a:solidFill>
                  <a:schemeClr val="lt1"/>
                </a:solidFill>
                <a:latin typeface="IBM Plex Sans Light"/>
                <a:ea typeface="IBM Plex Sans Light"/>
                <a:cs typeface="IBM Plex Sans Light"/>
                <a:sym typeface="IBM Plex Sans Light"/>
              </a:defRPr>
            </a:lvl4pPr>
            <a:lvl5pPr indent="-228600" lvl="4" marL="2286000" marR="0" rtl="0" algn="l">
              <a:lnSpc>
                <a:spcPct val="110000"/>
              </a:lnSpc>
              <a:spcBef>
                <a:spcPts val="2900"/>
              </a:spcBef>
              <a:spcAft>
                <a:spcPts val="0"/>
              </a:spcAft>
              <a:buClr>
                <a:srgbClr val="000000"/>
              </a:buClr>
              <a:buSzPts val="3600"/>
              <a:buFont typeface="Arial"/>
              <a:buNone/>
              <a:defRPr b="0" i="0" sz="3600" u="none" cap="none" strike="noStrike">
                <a:solidFill>
                  <a:srgbClr val="000000"/>
                </a:solidFill>
                <a:latin typeface="IBM Plex Sans Light"/>
                <a:ea typeface="IBM Plex Sans Light"/>
                <a:cs typeface="IBM Plex Sans Light"/>
                <a:sym typeface="IBM Plex Sans Light"/>
              </a:defRPr>
            </a:lvl5pPr>
            <a:lvl6pPr indent="-457200" lvl="5" marL="2743200" marR="0" rtl="0" algn="l">
              <a:lnSpc>
                <a:spcPct val="100000"/>
              </a:lnSpc>
              <a:spcBef>
                <a:spcPts val="2900"/>
              </a:spcBef>
              <a:spcAft>
                <a:spcPts val="0"/>
              </a:spcAft>
              <a:buClr>
                <a:srgbClr val="000000"/>
              </a:buClr>
              <a:buSzPts val="3600"/>
              <a:buFont typeface="IBM Plex Sans Light"/>
              <a:buChar char="»"/>
              <a:defRPr b="0" i="0" sz="3600" u="none" cap="none" strike="noStrike">
                <a:solidFill>
                  <a:srgbClr val="000000"/>
                </a:solidFill>
                <a:latin typeface="IBM Plex Sans Light"/>
                <a:ea typeface="IBM Plex Sans Light"/>
                <a:cs typeface="IBM Plex Sans Light"/>
                <a:sym typeface="IBM Plex Sans Light"/>
              </a:defRPr>
            </a:lvl6pPr>
            <a:lvl7pPr indent="-457200" lvl="6" marL="3200400" marR="0" rtl="0" algn="l">
              <a:lnSpc>
                <a:spcPct val="100000"/>
              </a:lnSpc>
              <a:spcBef>
                <a:spcPts val="2900"/>
              </a:spcBef>
              <a:spcAft>
                <a:spcPts val="0"/>
              </a:spcAft>
              <a:buClr>
                <a:srgbClr val="000000"/>
              </a:buClr>
              <a:buSzPts val="3600"/>
              <a:buFont typeface="IBM Plex Sans Light"/>
              <a:buChar char="»"/>
              <a:defRPr b="0" i="0" sz="3600" u="none" cap="none" strike="noStrike">
                <a:solidFill>
                  <a:srgbClr val="000000"/>
                </a:solidFill>
                <a:latin typeface="IBM Plex Sans Light"/>
                <a:ea typeface="IBM Plex Sans Light"/>
                <a:cs typeface="IBM Plex Sans Light"/>
                <a:sym typeface="IBM Plex Sans Light"/>
              </a:defRPr>
            </a:lvl7pPr>
            <a:lvl8pPr indent="-457200" lvl="7" marL="3657600" marR="0" rtl="0" algn="l">
              <a:lnSpc>
                <a:spcPct val="100000"/>
              </a:lnSpc>
              <a:spcBef>
                <a:spcPts val="2900"/>
              </a:spcBef>
              <a:spcAft>
                <a:spcPts val="0"/>
              </a:spcAft>
              <a:buClr>
                <a:srgbClr val="000000"/>
              </a:buClr>
              <a:buSzPts val="3600"/>
              <a:buFont typeface="IBM Plex Sans Light"/>
              <a:buChar char="»"/>
              <a:defRPr b="0" i="0" sz="3600" u="none" cap="none" strike="noStrike">
                <a:solidFill>
                  <a:srgbClr val="000000"/>
                </a:solidFill>
                <a:latin typeface="IBM Plex Sans Light"/>
                <a:ea typeface="IBM Plex Sans Light"/>
                <a:cs typeface="IBM Plex Sans Light"/>
                <a:sym typeface="IBM Plex Sans Light"/>
              </a:defRPr>
            </a:lvl8pPr>
            <a:lvl9pPr indent="-457200" lvl="8" marL="4114800" marR="0" rtl="0" algn="l">
              <a:lnSpc>
                <a:spcPct val="100000"/>
              </a:lnSpc>
              <a:spcBef>
                <a:spcPts val="2900"/>
              </a:spcBef>
              <a:spcAft>
                <a:spcPts val="0"/>
              </a:spcAft>
              <a:buClr>
                <a:srgbClr val="000000"/>
              </a:buClr>
              <a:buSzPts val="3600"/>
              <a:buFont typeface="IBM Plex Sans Light"/>
              <a:buChar char="»"/>
              <a:defRPr b="0" i="0" sz="3600" u="none" cap="none" strike="noStrike">
                <a:solidFill>
                  <a:srgbClr val="000000"/>
                </a:solidFill>
                <a:latin typeface="IBM Plex Sans Light"/>
                <a:ea typeface="IBM Plex Sans Light"/>
                <a:cs typeface="IBM Plex Sans Light"/>
                <a:sym typeface="IBM Plex Sans Light"/>
              </a:defRPr>
            </a:lvl9pPr>
          </a:lstStyle>
          <a:p/>
        </p:txBody>
      </p:sp>
      <p:sp>
        <p:nvSpPr>
          <p:cNvPr id="11" name="Google Shape;11;p23"/>
          <p:cNvSpPr txBox="1"/>
          <p:nvPr>
            <p:ph idx="11" type="ftr"/>
          </p:nvPr>
        </p:nvSpPr>
        <p:spPr>
          <a:xfrm>
            <a:off x="568324" y="12804235"/>
            <a:ext cx="4956176" cy="38100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600" u="none" cap="none" strike="noStrike">
                <a:solidFill>
                  <a:schemeClr val="lt1"/>
                </a:solidFill>
                <a:latin typeface="IBM Plex Sans Light"/>
                <a:ea typeface="IBM Plex Sans Light"/>
                <a:cs typeface="IBM Plex Sans Light"/>
                <a:sym typeface="IBM Plex Sans Light"/>
              </a:defRPr>
            </a:lvl1pPr>
            <a:lvl2pPr lvl="1"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2pPr>
            <a:lvl3pPr lvl="2"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3pPr>
            <a:lvl4pPr lvl="3"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4pPr>
            <a:lvl5pPr lvl="4"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5pPr>
            <a:lvl6pPr lvl="5"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6pPr>
            <a:lvl7pPr lvl="6"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7pPr>
            <a:lvl8pPr lvl="7"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8pPr>
            <a:lvl9pPr lvl="8" marR="0" rtl="0" algn="l">
              <a:spcBef>
                <a:spcPts val="0"/>
              </a:spcBef>
              <a:spcAft>
                <a:spcPts val="0"/>
              </a:spcAft>
              <a:buSzPts val="1400"/>
              <a:buNone/>
              <a:defRPr b="0" i="0" sz="3600" u="none" cap="none" strike="noStrike">
                <a:solidFill>
                  <a:schemeClr val="lt1"/>
                </a:solidFill>
                <a:latin typeface="IBM Plex Sans Light"/>
                <a:ea typeface="IBM Plex Sans Light"/>
                <a:cs typeface="IBM Plex Sans Light"/>
                <a:sym typeface="IBM Plex Sans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0">
          <p15:clr>
            <a:srgbClr val="0F62FE"/>
          </p15:clr>
        </p15:guide>
        <p15:guide id="2" pos="364">
          <p15:clr>
            <a:srgbClr val="EE5396"/>
          </p15:clr>
        </p15:guide>
        <p15:guide id="3" pos="3840">
          <p15:clr>
            <a:srgbClr val="0F62FE"/>
          </p15:clr>
        </p15:guide>
        <p15:guide id="4" pos="1916">
          <p15:clr>
            <a:srgbClr val="EE5396"/>
          </p15:clr>
        </p15:guide>
        <p15:guide id="5" pos="5756">
          <p15:clr>
            <a:srgbClr val="EE5396"/>
          </p15:clr>
        </p15:guide>
        <p15:guide id="6" pos="7319">
          <p15:clr>
            <a:srgbClr val="EE5396"/>
          </p15:clr>
        </p15:guide>
        <p15:guide id="7" pos="8040">
          <p15:clr>
            <a:srgbClr val="EE5396"/>
          </p15:clr>
        </p15:guide>
        <p15:guide id="8" pos="4200">
          <p15:clr>
            <a:srgbClr val="EE5396"/>
          </p15:clr>
        </p15:guide>
        <p15:guide id="9" pos="3480">
          <p15:clr>
            <a:srgbClr val="EE5396"/>
          </p15:clr>
        </p15:guide>
        <p15:guide id="10" pos="9594">
          <p15:clr>
            <a:srgbClr val="EE5396"/>
          </p15:clr>
        </p15:guide>
        <p15:guide id="11" pos="11160">
          <p15:clr>
            <a:srgbClr val="EE5396"/>
          </p15:clr>
        </p15:guide>
        <p15:guide id="12" pos="11880">
          <p15:clr>
            <a:srgbClr val="EE5396"/>
          </p15:clr>
        </p15:guide>
        <p15:guide id="13" pos="13440">
          <p15:clr>
            <a:srgbClr val="EE5396"/>
          </p15:clr>
        </p15:guide>
        <p15:guide id="14" pos="14995">
          <p15:clr>
            <a:srgbClr val="EE5396"/>
          </p15:clr>
        </p15:guide>
        <p15:guide id="15" orient="horz" pos="2160">
          <p15:clr>
            <a:srgbClr val="0F62FE"/>
          </p15:clr>
        </p15:guide>
        <p15:guide id="16" orient="horz" pos="3240">
          <p15:clr>
            <a:srgbClr val="EE5396"/>
          </p15:clr>
        </p15:guide>
        <p15:guide id="17" orient="horz" pos="1080">
          <p15:clr>
            <a:srgbClr val="EE5396"/>
          </p15:clr>
        </p15:guide>
        <p15:guide id="18" orient="horz" pos="364">
          <p15:clr>
            <a:srgbClr val="EE5396"/>
          </p15:clr>
        </p15:guide>
        <p15:guide id="19" orient="horz" pos="5400">
          <p15:clr>
            <a:srgbClr val="EE5396"/>
          </p15:clr>
        </p15:guide>
        <p15:guide id="20" orient="horz" pos="7557">
          <p15:clr>
            <a:srgbClr val="EE5396"/>
          </p15:clr>
        </p15:guide>
        <p15:guide id="21" orient="horz" pos="8273">
          <p15:clr>
            <a:srgbClr val="EE5396"/>
          </p15:clr>
        </p15:guide>
        <p15:guide id="22" pos="7680">
          <p15:clr>
            <a:srgbClr val="0F62FE"/>
          </p15:clr>
        </p15:guide>
        <p15:guide id="23" pos="11520">
          <p15:clr>
            <a:srgbClr val="0F62FE"/>
          </p15:clr>
        </p15:guide>
        <p15:guide id="24" orient="horz" pos="6480">
          <p15:clr>
            <a:srgbClr val="0F62FE"/>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hyperlink" Target="mailto:freds@ibm.com" TargetMode="External"/><Relationship Id="rId5" Type="http://schemas.openxmlformats.org/officeDocument/2006/relationships/hyperlink" Target="mailto:Fabrizio.Rodrigues@ibm.com" TargetMode="External"/><Relationship Id="rId6" Type="http://schemas.openxmlformats.org/officeDocument/2006/relationships/hyperlink" Target="mailto:victor.henrique.siqueira@ibm.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10.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bundles.yourlearning.ibm.com/ibm/ibmc-learning-and-knowledge/#GYGQJQXRGZXY6MJR/NKGEVVENXRXQQ6K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picture containing mollusk, appliance, dryer&#10;&#10;Description automatically generated" id="378" name="Google Shape;378;p1"/>
          <p:cNvPicPr preferRelativeResize="0"/>
          <p:nvPr/>
        </p:nvPicPr>
        <p:blipFill rotWithShape="1">
          <a:blip r:embed="rId3">
            <a:alphaModFix/>
          </a:blip>
          <a:srcRect b="16597" l="4926" r="28270" t="16598"/>
          <a:stretch/>
        </p:blipFill>
        <p:spPr>
          <a:xfrm>
            <a:off x="0" y="0"/>
            <a:ext cx="24384003" cy="13716000"/>
          </a:xfrm>
          <a:prstGeom prst="rect">
            <a:avLst/>
          </a:prstGeom>
          <a:noFill/>
          <a:ln>
            <a:noFill/>
          </a:ln>
        </p:spPr>
      </p:pic>
      <p:sp>
        <p:nvSpPr>
          <p:cNvPr id="379" name="Google Shape;379;p1"/>
          <p:cNvSpPr txBox="1"/>
          <p:nvPr>
            <p:ph type="title"/>
          </p:nvPr>
        </p:nvSpPr>
        <p:spPr>
          <a:xfrm>
            <a:off x="576072" y="384048"/>
            <a:ext cx="8865640" cy="126341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8600"/>
              <a:buFont typeface="IBM Plex Sans"/>
              <a:buNone/>
            </a:pPr>
            <a:r>
              <a:rPr b="1" lang="en-US">
                <a:latin typeface="IBM Plex Sans"/>
                <a:ea typeface="IBM Plex Sans"/>
                <a:cs typeface="IBM Plex Sans"/>
                <a:sym typeface="IBM Plex Sans"/>
              </a:rPr>
              <a:t>watson</a:t>
            </a:r>
            <a:r>
              <a:rPr b="1" lang="en-US">
                <a:solidFill>
                  <a:srgbClr val="0D62FE"/>
                </a:solidFill>
                <a:latin typeface="IBM Plex Sans"/>
                <a:ea typeface="IBM Plex Sans"/>
                <a:cs typeface="IBM Plex Sans"/>
                <a:sym typeface="IBM Plex Sans"/>
              </a:rPr>
              <a:t>x</a:t>
            </a:r>
            <a:r>
              <a:rPr b="1" lang="en-US">
                <a:latin typeface="IBM Plex Sans"/>
                <a:ea typeface="IBM Plex Sans"/>
                <a:cs typeface="IBM Plex Sans"/>
                <a:sym typeface="IBM Plex Sans"/>
              </a:rPr>
              <a:t>.ai</a:t>
            </a:r>
            <a:br>
              <a:rPr b="1" lang="en-US">
                <a:latin typeface="IBM Plex Sans"/>
                <a:ea typeface="IBM Plex Sans"/>
                <a:cs typeface="IBM Plex Sans"/>
                <a:sym typeface="IBM Plex Sans"/>
              </a:rPr>
            </a:br>
            <a:r>
              <a:rPr lang="en-US" sz="7000">
                <a:latin typeface="IBM Plex Sans Light"/>
                <a:ea typeface="IBM Plex Sans Light"/>
                <a:cs typeface="IBM Plex Sans Light"/>
                <a:sym typeface="IBM Plex Sans Light"/>
              </a:rPr>
              <a:t>Introdução a Programação de Aplicações GEN AI com Watson.X &amp; Jupyter Notebook</a:t>
            </a:r>
            <a:br>
              <a:rPr lang="en-US" sz="3600"/>
            </a:br>
            <a:br>
              <a:rPr lang="en-US" sz="3600"/>
            </a:br>
            <a:br>
              <a:rPr lang="en-US" sz="2800"/>
            </a:br>
            <a:r>
              <a:rPr lang="en-US" sz="2800"/>
              <a:t>Frederico</a:t>
            </a:r>
            <a:br>
              <a:rPr lang="en-US" sz="2800"/>
            </a:br>
            <a:r>
              <a:rPr lang="en-US" sz="2800" u="sng" strike="noStrike">
                <a:solidFill>
                  <a:schemeClr val="hlink"/>
                </a:solidFill>
                <a:hlinkClick r:id="rId4"/>
              </a:rPr>
              <a:t>freds@ibm.com</a:t>
            </a:r>
            <a:br>
              <a:rPr lang="en-US" sz="2800" u="none" strike="noStrike"/>
            </a:br>
            <a:r>
              <a:rPr lang="en-US" sz="2800">
                <a:solidFill>
                  <a:schemeClr val="lt1"/>
                </a:solidFill>
              </a:rPr>
              <a:t>Arquiteto de Solução</a:t>
            </a:r>
            <a:br>
              <a:rPr lang="en-US" sz="2800">
                <a:solidFill>
                  <a:schemeClr val="lt1"/>
                </a:solidFill>
              </a:rPr>
            </a:br>
            <a:br>
              <a:rPr lang="en-US" sz="2800">
                <a:solidFill>
                  <a:schemeClr val="lt1"/>
                </a:solidFill>
              </a:rPr>
            </a:br>
            <a:r>
              <a:rPr lang="en-US" sz="2800"/>
              <a:t>Fabrizio</a:t>
            </a:r>
            <a:br>
              <a:rPr lang="en-US" sz="2800"/>
            </a:br>
            <a:r>
              <a:rPr lang="en-US" sz="2800" u="sng" strike="noStrike">
                <a:solidFill>
                  <a:srgbClr val="121619"/>
                </a:solidFill>
                <a:hlinkClick r:id="rId5">
                  <a:extLst>
                    <a:ext uri="{A12FA001-AC4F-418D-AE19-62706E023703}">
                      <ahyp:hlinkClr val="tx"/>
                    </a:ext>
                  </a:extLst>
                </a:hlinkClick>
              </a:rPr>
              <a:t>Fabrizio.Rodrigues@ibm.com</a:t>
            </a:r>
            <a:br>
              <a:rPr lang="en-US" sz="2800" u="none" strike="noStrike">
                <a:solidFill>
                  <a:srgbClr val="121619"/>
                </a:solidFill>
              </a:rPr>
            </a:br>
            <a:r>
              <a:rPr lang="en-US" sz="2800">
                <a:solidFill>
                  <a:schemeClr val="lt1"/>
                </a:solidFill>
              </a:rPr>
              <a:t>Arquiteto de Integração</a:t>
            </a:r>
            <a:br>
              <a:rPr lang="en-US" sz="2800">
                <a:solidFill>
                  <a:schemeClr val="lt1"/>
                </a:solidFill>
              </a:rPr>
            </a:br>
            <a:br>
              <a:rPr lang="en-US" sz="2800">
                <a:solidFill>
                  <a:schemeClr val="lt1"/>
                </a:solidFill>
              </a:rPr>
            </a:br>
            <a:r>
              <a:rPr lang="en-US" sz="2800">
                <a:latin typeface="IBM Plex Sans Light"/>
                <a:ea typeface="IBM Plex Sans Light"/>
                <a:cs typeface="IBM Plex Sans Light"/>
                <a:sym typeface="IBM Plex Sans Light"/>
              </a:rPr>
              <a:t>Victor</a:t>
            </a:r>
            <a:br>
              <a:rPr lang="en-US" sz="2800">
                <a:latin typeface="IBM Plex Sans Light"/>
                <a:ea typeface="IBM Plex Sans Light"/>
                <a:cs typeface="IBM Plex Sans Light"/>
                <a:sym typeface="IBM Plex Sans Light"/>
              </a:rPr>
            </a:br>
            <a:r>
              <a:rPr lang="en-US" sz="2800" u="sng">
                <a:solidFill>
                  <a:srgbClr val="121619"/>
                </a:solidFill>
                <a:hlinkClick r:id="rId6">
                  <a:extLst>
                    <a:ext uri="{A12FA001-AC4F-418D-AE19-62706E023703}">
                      <ahyp:hlinkClr val="tx"/>
                    </a:ext>
                  </a:extLst>
                </a:hlinkClick>
              </a:rPr>
              <a:t>victor.henrique.siqueira@ibm.com</a:t>
            </a:r>
            <a:br>
              <a:rPr lang="en-US" sz="2800">
                <a:solidFill>
                  <a:srgbClr val="121619"/>
                </a:solidFill>
              </a:rPr>
            </a:br>
            <a:r>
              <a:rPr lang="en-US" sz="2800">
                <a:solidFill>
                  <a:srgbClr val="121619"/>
                </a:solidFill>
              </a:rPr>
              <a:t>CRM &amp; ERP SME</a:t>
            </a:r>
            <a:br>
              <a:rPr lang="en-US" sz="2800">
                <a:solidFill>
                  <a:srgbClr val="121619"/>
                </a:solidFill>
              </a:rPr>
            </a:br>
            <a:br>
              <a:rPr b="0" i="0" lang="en-US" sz="800" u="sng">
                <a:highlight>
                  <a:srgbClr val="FFFFFF"/>
                </a:highlight>
                <a:latin typeface="Lato"/>
                <a:ea typeface="Lato"/>
                <a:cs typeface="Lato"/>
                <a:sym typeface="Lato"/>
              </a:rPr>
            </a:br>
            <a:br>
              <a:rPr lang="en-US" sz="2800"/>
            </a:b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
          <p:cNvSpPr/>
          <p:nvPr/>
        </p:nvSpPr>
        <p:spPr>
          <a:xfrm>
            <a:off x="12162733" y="-27709"/>
            <a:ext cx="12193588" cy="13716000"/>
          </a:xfrm>
          <a:prstGeom prst="rect">
            <a:avLst/>
          </a:prstGeom>
          <a:solidFill>
            <a:srgbClr val="E5F6FF"/>
          </a:solidFill>
          <a:ln cap="flat" cmpd="sng" w="19050">
            <a:solidFill>
              <a:srgbClr val="E5F6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400"/>
              <a:buFont typeface="IBM Plex Sans Light"/>
              <a:buNone/>
            </a:pPr>
            <a:r>
              <a:t/>
            </a:r>
            <a:endParaRPr b="0" i="0" sz="1400" u="none" cap="none" strike="noStrike">
              <a:solidFill>
                <a:schemeClr val="dk1"/>
              </a:solidFill>
              <a:latin typeface="IBM Plex Sans Light"/>
              <a:ea typeface="IBM Plex Sans Light"/>
              <a:cs typeface="IBM Plex Sans Light"/>
              <a:sym typeface="IBM Plex Sans Light"/>
            </a:endParaRPr>
          </a:p>
        </p:txBody>
      </p:sp>
      <p:sp>
        <p:nvSpPr>
          <p:cNvPr id="387" name="Google Shape;387;p2"/>
          <p:cNvSpPr txBox="1"/>
          <p:nvPr>
            <p:ph type="title"/>
          </p:nvPr>
        </p:nvSpPr>
        <p:spPr>
          <a:xfrm>
            <a:off x="574675" y="498348"/>
            <a:ext cx="4956175" cy="457358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Light"/>
              <a:buNone/>
            </a:pPr>
            <a:r>
              <a:rPr lang="en-US"/>
              <a:t>Conteúdo</a:t>
            </a:r>
            <a:endParaRPr/>
          </a:p>
        </p:txBody>
      </p:sp>
      <p:sp>
        <p:nvSpPr>
          <p:cNvPr id="388" name="Google Shape;388;p2"/>
          <p:cNvSpPr txBox="1"/>
          <p:nvPr/>
        </p:nvSpPr>
        <p:spPr>
          <a:xfrm>
            <a:off x="13786464" y="742156"/>
            <a:ext cx="8946126" cy="12231687"/>
          </a:xfrm>
          <a:prstGeom prst="rect">
            <a:avLst/>
          </a:prstGeom>
          <a:noFill/>
          <a:ln>
            <a:noFill/>
          </a:ln>
        </p:spPr>
        <p:txBody>
          <a:bodyPr anchorCtr="0" anchor="t" bIns="0" lIns="0" spcFirstLastPara="1" rIns="0" wrap="square" tIns="0">
            <a:noAutofit/>
          </a:bodyPr>
          <a:lstStyle/>
          <a:p>
            <a:pPr indent="-571500" lvl="0" marL="571500" marR="0" rtl="0" algn="l">
              <a:lnSpc>
                <a:spcPct val="100000"/>
              </a:lnSpc>
              <a:spcBef>
                <a:spcPts val="0"/>
              </a:spcBef>
              <a:spcAft>
                <a:spcPts val="0"/>
              </a:spcAft>
              <a:buClr>
                <a:schemeClr val="lt1"/>
              </a:buClr>
              <a:buSzPts val="3600"/>
              <a:buFont typeface="Arial"/>
              <a:buChar char="•"/>
            </a:pPr>
            <a:r>
              <a:rPr b="1" i="0" lang="en-US" sz="3600" u="none" cap="none" strike="noStrike">
                <a:solidFill>
                  <a:schemeClr val="lt1"/>
                </a:solidFill>
                <a:latin typeface="IBM Plex Sans Light"/>
                <a:ea typeface="IBM Plex Sans Light"/>
                <a:cs typeface="IBM Plex Sans Light"/>
                <a:sym typeface="IBM Plex Sans Light"/>
              </a:rPr>
              <a:t>Introdução </a:t>
            </a:r>
            <a:endParaRPr/>
          </a:p>
          <a:p>
            <a:pPr indent="-571500" lvl="1" marL="899099" marR="0" rtl="0" algn="l">
              <a:lnSpc>
                <a:spcPct val="100000"/>
              </a:lnSpc>
              <a:spcBef>
                <a:spcPts val="1200"/>
              </a:spcBef>
              <a:spcAft>
                <a:spcPts val="0"/>
              </a:spcAft>
              <a:buClr>
                <a:schemeClr val="lt1"/>
              </a:buClr>
              <a:buSzPts val="3600"/>
              <a:buFont typeface="Arial"/>
              <a:buChar char="•"/>
            </a:pPr>
            <a:r>
              <a:rPr b="0" i="0" lang="en-US" sz="3600" u="none" cap="none" strike="noStrike">
                <a:solidFill>
                  <a:schemeClr val="lt1"/>
                </a:solidFill>
                <a:latin typeface="IBM Plex Sans Light"/>
                <a:ea typeface="IBM Plex Sans Light"/>
                <a:cs typeface="IBM Plex Sans Light"/>
                <a:sym typeface="IBM Plex Sans Light"/>
              </a:rPr>
              <a:t>IA Generativa</a:t>
            </a:r>
            <a:endParaRPr b="0" i="0" sz="3600" u="none" cap="none" strike="noStrike">
              <a:solidFill>
                <a:schemeClr val="lt1"/>
              </a:solidFill>
              <a:latin typeface="IBM Plex Sans Light"/>
              <a:ea typeface="IBM Plex Sans Light"/>
              <a:cs typeface="IBM Plex Sans Light"/>
              <a:sym typeface="IBM Plex Sans Light"/>
            </a:endParaRPr>
          </a:p>
          <a:p>
            <a:pPr indent="-571500" lvl="1" marL="899099" marR="0" rtl="0" algn="l">
              <a:lnSpc>
                <a:spcPct val="100000"/>
              </a:lnSpc>
              <a:spcBef>
                <a:spcPts val="1200"/>
              </a:spcBef>
              <a:spcAft>
                <a:spcPts val="0"/>
              </a:spcAft>
              <a:buClr>
                <a:schemeClr val="lt1"/>
              </a:buClr>
              <a:buSzPts val="3600"/>
              <a:buFont typeface="Arial"/>
              <a:buChar char="•"/>
            </a:pPr>
            <a:r>
              <a:rPr b="0" i="0" lang="en-US" sz="3600" u="none" cap="none" strike="noStrike">
                <a:solidFill>
                  <a:schemeClr val="lt1"/>
                </a:solidFill>
                <a:latin typeface="IBM Plex Sans Light"/>
                <a:ea typeface="IBM Plex Sans Light"/>
                <a:cs typeface="IBM Plex Sans Light"/>
                <a:sym typeface="IBM Plex Sans Light"/>
              </a:rPr>
              <a:t>Watson.ai</a:t>
            </a:r>
            <a:endParaRPr b="0" i="0" sz="3600" u="none" cap="none" strike="noStrike">
              <a:solidFill>
                <a:schemeClr val="lt1"/>
              </a:solidFill>
              <a:latin typeface="IBM Plex Sans Light"/>
              <a:ea typeface="IBM Plex Sans Light"/>
              <a:cs typeface="IBM Plex Sans Light"/>
              <a:sym typeface="IBM Plex Sans Light"/>
            </a:endParaRPr>
          </a:p>
          <a:p>
            <a:pPr indent="-571500" lvl="1" marL="899099" marR="0" rtl="0" algn="l">
              <a:lnSpc>
                <a:spcPct val="100000"/>
              </a:lnSpc>
              <a:spcBef>
                <a:spcPts val="1200"/>
              </a:spcBef>
              <a:spcAft>
                <a:spcPts val="0"/>
              </a:spcAft>
              <a:buClr>
                <a:schemeClr val="lt1"/>
              </a:buClr>
              <a:buSzPts val="3600"/>
              <a:buFont typeface="Arial"/>
              <a:buChar char="•"/>
            </a:pPr>
            <a:r>
              <a:rPr b="0" i="0" lang="en-US" sz="3600" u="none" cap="none" strike="noStrike">
                <a:solidFill>
                  <a:schemeClr val="lt1"/>
                </a:solidFill>
                <a:latin typeface="IBM Plex Sans Light"/>
                <a:ea typeface="IBM Plex Sans Light"/>
                <a:cs typeface="IBM Plex Sans Light"/>
                <a:sym typeface="IBM Plex Sans Light"/>
              </a:rPr>
              <a:t>Working with jupyter notebook</a:t>
            </a:r>
            <a:endParaRPr/>
          </a:p>
          <a:p>
            <a:pPr indent="-571500" lvl="1" marL="899099" marR="0" rtl="0" algn="l">
              <a:lnSpc>
                <a:spcPct val="100000"/>
              </a:lnSpc>
              <a:spcBef>
                <a:spcPts val="1200"/>
              </a:spcBef>
              <a:spcAft>
                <a:spcPts val="0"/>
              </a:spcAft>
              <a:buClr>
                <a:schemeClr val="lt1"/>
              </a:buClr>
              <a:buSzPts val="3600"/>
              <a:buFont typeface="Arial"/>
              <a:buChar char="•"/>
            </a:pPr>
            <a:r>
              <a:rPr b="0" i="0" lang="en-US" sz="3600" u="none" cap="none" strike="noStrike">
                <a:solidFill>
                  <a:schemeClr val="lt1"/>
                </a:solidFill>
                <a:latin typeface="IBM Plex Sans Light"/>
                <a:ea typeface="IBM Plex Sans Light"/>
                <a:cs typeface="IBM Plex Sans Light"/>
                <a:sym typeface="IBM Plex Sans Light"/>
              </a:rPr>
              <a:t>Demo</a:t>
            </a:r>
            <a:endParaRPr/>
          </a:p>
          <a:p>
            <a:pPr indent="0" lvl="0" marL="0" marR="0" rtl="0" algn="l">
              <a:lnSpc>
                <a:spcPct val="100000"/>
              </a:lnSpc>
              <a:spcBef>
                <a:spcPts val="0"/>
              </a:spcBef>
              <a:spcAft>
                <a:spcPts val="0"/>
              </a:spcAft>
              <a:buClr>
                <a:schemeClr val="lt1"/>
              </a:buClr>
              <a:buSzPts val="3600"/>
              <a:buFont typeface="Arial"/>
              <a:buNone/>
            </a:pPr>
            <a:r>
              <a:t/>
            </a:r>
            <a:endParaRPr b="0" i="0" sz="3600" u="none" cap="none" strike="noStrike">
              <a:solidFill>
                <a:schemeClr val="lt1"/>
              </a:solidFill>
              <a:latin typeface="IBM Plex Sans Light"/>
              <a:ea typeface="IBM Plex Sans Light"/>
              <a:cs typeface="IBM Plex Sans Light"/>
              <a:sym typeface="IBM Plex Sans Light"/>
            </a:endParaRPr>
          </a:p>
          <a:p>
            <a:pPr indent="0" lvl="0" marL="0" marR="0" rtl="0" algn="l">
              <a:lnSpc>
                <a:spcPct val="100000"/>
              </a:lnSpc>
              <a:spcBef>
                <a:spcPts val="0"/>
              </a:spcBef>
              <a:spcAft>
                <a:spcPts val="0"/>
              </a:spcAft>
              <a:buClr>
                <a:schemeClr val="lt1"/>
              </a:buClr>
              <a:buSzPts val="3600"/>
              <a:buFont typeface="Arial"/>
              <a:buNone/>
            </a:pPr>
            <a:r>
              <a:t/>
            </a:r>
            <a:endParaRPr b="0" i="0" sz="3600" u="none" cap="none" strike="noStrike">
              <a:solidFill>
                <a:schemeClr val="lt1"/>
              </a:solidFill>
              <a:latin typeface="IBM Plex Sans Light"/>
              <a:ea typeface="IBM Plex Sans Light"/>
              <a:cs typeface="IBM Plex Sans Light"/>
              <a:sym typeface="IBM Plex Sans Light"/>
            </a:endParaRPr>
          </a:p>
          <a:p>
            <a:pPr indent="0" lvl="0" marL="0" marR="0" rtl="0" algn="l">
              <a:lnSpc>
                <a:spcPct val="100000"/>
              </a:lnSpc>
              <a:spcBef>
                <a:spcPts val="0"/>
              </a:spcBef>
              <a:spcAft>
                <a:spcPts val="0"/>
              </a:spcAft>
              <a:buClr>
                <a:schemeClr val="lt1"/>
              </a:buClr>
              <a:buSzPts val="3600"/>
              <a:buFont typeface="Arial"/>
              <a:buNone/>
            </a:pPr>
            <a:r>
              <a:t/>
            </a:r>
            <a:endParaRPr b="0" i="0" sz="3600" u="none" cap="none" strike="noStrike">
              <a:solidFill>
                <a:schemeClr val="lt1"/>
              </a:solidFill>
              <a:latin typeface="IBM Plex Sans Light"/>
              <a:ea typeface="IBM Plex Sans Light"/>
              <a:cs typeface="IBM Plex Sans Light"/>
              <a:sym typeface="IBM Plex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
          <p:cNvSpPr txBox="1"/>
          <p:nvPr>
            <p:ph type="title"/>
          </p:nvPr>
        </p:nvSpPr>
        <p:spPr>
          <a:xfrm>
            <a:off x="576071" y="577850"/>
            <a:ext cx="9609920" cy="20178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Light"/>
              <a:buNone/>
            </a:pPr>
            <a:r>
              <a:rPr lang="en-US"/>
              <a:t>Desejável Conhecimento Prévio</a:t>
            </a:r>
            <a:endParaRPr/>
          </a:p>
        </p:txBody>
      </p:sp>
      <p:sp>
        <p:nvSpPr>
          <p:cNvPr id="395" name="Google Shape;395;p3"/>
          <p:cNvSpPr txBox="1"/>
          <p:nvPr/>
        </p:nvSpPr>
        <p:spPr>
          <a:xfrm>
            <a:off x="577849" y="3529400"/>
            <a:ext cx="10224829" cy="75908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lt1"/>
                </a:solidFill>
                <a:latin typeface="IBM Plex Sans Light"/>
                <a:ea typeface="IBM Plex Sans Light"/>
                <a:cs typeface="IBM Plex Sans Light"/>
                <a:sym typeface="IBM Plex Sans Light"/>
              </a:rPr>
              <a:t>.</a:t>
            </a:r>
            <a:endParaRPr b="0" i="0" sz="3600" u="none" cap="none" strike="noStrike">
              <a:solidFill>
                <a:schemeClr val="lt1"/>
              </a:solidFill>
              <a:latin typeface="IBM Plex Sans Light"/>
              <a:ea typeface="IBM Plex Sans Light"/>
              <a:cs typeface="IBM Plex Sans Light"/>
              <a:sym typeface="IBM Plex Sans Light"/>
            </a:endParaRPr>
          </a:p>
        </p:txBody>
      </p:sp>
      <p:pic>
        <p:nvPicPr>
          <p:cNvPr descr="A group of people looking at a computer screen&#10;&#10;Description automatically generated with medium confidence" id="396" name="Google Shape;396;p3"/>
          <p:cNvPicPr preferRelativeResize="0"/>
          <p:nvPr/>
        </p:nvPicPr>
        <p:blipFill rotWithShape="1">
          <a:blip r:embed="rId3">
            <a:alphaModFix/>
          </a:blip>
          <a:srcRect b="0" l="20696" r="20695" t="0"/>
          <a:stretch/>
        </p:blipFill>
        <p:spPr>
          <a:xfrm>
            <a:off x="12763500" y="569913"/>
            <a:ext cx="11049000" cy="12574587"/>
          </a:xfrm>
          <a:prstGeom prst="rect">
            <a:avLst/>
          </a:prstGeom>
          <a:noFill/>
          <a:ln>
            <a:noFill/>
          </a:ln>
        </p:spPr>
      </p:pic>
      <p:sp>
        <p:nvSpPr>
          <p:cNvPr id="397" name="Google Shape;397;p3"/>
          <p:cNvSpPr/>
          <p:nvPr/>
        </p:nvSpPr>
        <p:spPr>
          <a:xfrm>
            <a:off x="935666" y="3104708"/>
            <a:ext cx="8995143" cy="1233376"/>
          </a:xfrm>
          <a:prstGeom prst="roundRect">
            <a:avLst>
              <a:gd fmla="val 16667" name="adj"/>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4000" u="none" cap="none" strike="noStrike">
                <a:solidFill>
                  <a:schemeClr val="dk1"/>
                </a:solidFill>
                <a:latin typeface="IBM Plex Sans Light"/>
                <a:ea typeface="IBM Plex Sans Light"/>
                <a:cs typeface="IBM Plex Sans Light"/>
                <a:sym typeface="IBM Plex Sans Light"/>
              </a:rPr>
              <a:t>Conhecimento básico Watson.x </a:t>
            </a:r>
            <a:endParaRPr b="0" i="0" sz="4000" u="none" cap="none" strike="noStrike">
              <a:solidFill>
                <a:schemeClr val="dk1"/>
              </a:solidFill>
              <a:latin typeface="IBM Plex Sans Light"/>
              <a:ea typeface="IBM Plex Sans Light"/>
              <a:cs typeface="IBM Plex Sans Light"/>
              <a:sym typeface="IBM Plex Sans Light"/>
            </a:endParaRPr>
          </a:p>
        </p:txBody>
      </p:sp>
      <p:sp>
        <p:nvSpPr>
          <p:cNvPr id="398" name="Google Shape;398;p3"/>
          <p:cNvSpPr txBox="1"/>
          <p:nvPr/>
        </p:nvSpPr>
        <p:spPr>
          <a:xfrm>
            <a:off x="574675" y="8388294"/>
            <a:ext cx="110490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chemeClr val="lt1"/>
                </a:solidFill>
                <a:latin typeface="IBM Plex Sans Light"/>
                <a:ea typeface="IBM Plex Sans Light"/>
                <a:cs typeface="IBM Plex Sans Light"/>
                <a:sym typeface="IBM Plex Sans Light"/>
              </a:rPr>
              <a:t>Esta não é uma visão introdutória. Presume-se que os participantes conheçam os fundamentos básicos de Gen AI e da plataforma </a:t>
            </a:r>
            <a:r>
              <a:rPr b="1" i="0" lang="en-US" sz="3600" u="none" cap="none" strike="noStrike">
                <a:solidFill>
                  <a:schemeClr val="lt1"/>
                </a:solidFill>
                <a:latin typeface="IBM Plex Sans Light"/>
                <a:ea typeface="IBM Plex Sans Light"/>
                <a:cs typeface="IBM Plex Sans Light"/>
                <a:sym typeface="IBM Plex Sans Light"/>
              </a:rPr>
              <a:t>watson.x / IBM Cloud</a:t>
            </a:r>
            <a:r>
              <a:rPr b="0" i="0" lang="en-US" sz="3600" u="none" cap="none" strike="noStrike">
                <a:solidFill>
                  <a:schemeClr val="lt1"/>
                </a:solidFill>
                <a:latin typeface="IBM Plex Sans Light"/>
                <a:ea typeface="IBM Plex Sans Light"/>
                <a:cs typeface="IBM Plex Sans Light"/>
                <a:sym typeface="IBM Plex Sans Light"/>
              </a:rPr>
              <a:t>. Mostraremos algum código em Python, mas não estamos ensinando isso. Não vamos falar sobre a teoria básica de ML, no entanto, cobriremos um pouco da teoria da IA ​​generativa.</a:t>
            </a:r>
            <a:endParaRPr/>
          </a:p>
        </p:txBody>
      </p:sp>
      <p:sp>
        <p:nvSpPr>
          <p:cNvPr id="399" name="Google Shape;399;p3"/>
          <p:cNvSpPr/>
          <p:nvPr/>
        </p:nvSpPr>
        <p:spPr>
          <a:xfrm>
            <a:off x="935665" y="4875317"/>
            <a:ext cx="8995143" cy="1233376"/>
          </a:xfrm>
          <a:prstGeom prst="roundRect">
            <a:avLst>
              <a:gd fmla="val 16667" name="adj"/>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4000">
                <a:solidFill>
                  <a:schemeClr val="dk1"/>
                </a:solidFill>
                <a:latin typeface="IBM Plex Sans Light"/>
                <a:ea typeface="IBM Plex Sans Light"/>
                <a:cs typeface="IBM Plex Sans Light"/>
                <a:sym typeface="IBM Plex Sans Light"/>
              </a:rPr>
              <a:t>Python Programming</a:t>
            </a:r>
            <a:endParaRPr i="0" sz="4000" u="none" strike="noStrike">
              <a:solidFill>
                <a:schemeClr val="dk1"/>
              </a:solidFill>
              <a:latin typeface="IBM Plex Sans Light"/>
              <a:ea typeface="IBM Plex Sans Light"/>
              <a:cs typeface="IBM Plex Sans Light"/>
              <a:sym typeface="IBM Plex Sans Light"/>
            </a:endParaRPr>
          </a:p>
        </p:txBody>
      </p:sp>
      <p:sp>
        <p:nvSpPr>
          <p:cNvPr id="400" name="Google Shape;400;p3"/>
          <p:cNvSpPr/>
          <p:nvPr/>
        </p:nvSpPr>
        <p:spPr>
          <a:xfrm>
            <a:off x="935664" y="6708154"/>
            <a:ext cx="8995143" cy="1233376"/>
          </a:xfrm>
          <a:prstGeom prst="roundRect">
            <a:avLst>
              <a:gd fmla="val 16667" name="adj"/>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4000">
                <a:solidFill>
                  <a:schemeClr val="dk1"/>
                </a:solidFill>
                <a:latin typeface="IBM Plex Sans Light"/>
                <a:ea typeface="IBM Plex Sans Light"/>
                <a:cs typeface="IBM Plex Sans Light"/>
                <a:sym typeface="IBM Plex Sans Light"/>
              </a:rPr>
              <a:t>Integração com API’s</a:t>
            </a:r>
            <a:endParaRPr i="0" sz="4000" u="none" strike="noStrike">
              <a:solidFill>
                <a:schemeClr val="dk1"/>
              </a:solidFill>
              <a:latin typeface="IBM Plex Sans Light"/>
              <a:ea typeface="IBM Plex Sans Light"/>
              <a:cs typeface="IBM Plex Sans Light"/>
              <a:sym typeface="IBM Plex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
          <p:cNvSpPr/>
          <p:nvPr/>
        </p:nvSpPr>
        <p:spPr>
          <a:xfrm>
            <a:off x="12193587" y="1787"/>
            <a:ext cx="12193589" cy="13714213"/>
          </a:xfrm>
          <a:prstGeom prst="rect">
            <a:avLst/>
          </a:prstGeom>
          <a:solidFill>
            <a:srgbClr val="E5F6FF"/>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sz="1400">
              <a:solidFill>
                <a:srgbClr val="FFFFFF"/>
              </a:solidFill>
              <a:latin typeface="IBM Plex Sans Light"/>
              <a:ea typeface="IBM Plex Sans Light"/>
              <a:cs typeface="IBM Plex Sans Light"/>
              <a:sym typeface="IBM Plex Sans Light"/>
            </a:endParaRPr>
          </a:p>
        </p:txBody>
      </p:sp>
      <p:sp>
        <p:nvSpPr>
          <p:cNvPr id="407" name="Google Shape;407;p4"/>
          <p:cNvSpPr txBox="1"/>
          <p:nvPr>
            <p:ph type="title"/>
          </p:nvPr>
        </p:nvSpPr>
        <p:spPr>
          <a:xfrm>
            <a:off x="12763500" y="5048083"/>
            <a:ext cx="11309074" cy="9217451"/>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7000"/>
              <a:buFont typeface="IBM Plex Sans"/>
              <a:buNone/>
            </a:pPr>
            <a:r>
              <a:rPr lang="en-US" sz="7000">
                <a:latin typeface="IBM Plex Sans"/>
                <a:ea typeface="IBM Plex Sans"/>
                <a:cs typeface="IBM Plex Sans"/>
                <a:sym typeface="IBM Plex Sans"/>
              </a:rPr>
              <a:t>... Mas a forma como as empresas adotam e executam definirá se elas </a:t>
            </a:r>
            <a:r>
              <a:rPr lang="en-US" sz="7000">
                <a:solidFill>
                  <a:srgbClr val="0F62FE"/>
                </a:solidFill>
                <a:latin typeface="IBM Plex Sans"/>
                <a:ea typeface="IBM Plex Sans"/>
                <a:cs typeface="IBM Plex Sans"/>
                <a:sym typeface="IBM Plex Sans"/>
              </a:rPr>
              <a:t>desbloqueiam, criam valor, desencadeiam a inovação em escala e com velocidade</a:t>
            </a:r>
            <a:endParaRPr sz="7000">
              <a:solidFill>
                <a:srgbClr val="0F62FE"/>
              </a:solidFill>
              <a:latin typeface="IBM Plex Sans"/>
              <a:ea typeface="IBM Plex Sans"/>
              <a:cs typeface="IBM Plex Sans"/>
              <a:sym typeface="IBM Plex Sans"/>
            </a:endParaRPr>
          </a:p>
        </p:txBody>
      </p:sp>
      <p:sp>
        <p:nvSpPr>
          <p:cNvPr id="408" name="Google Shape;408;p4"/>
          <p:cNvSpPr txBox="1"/>
          <p:nvPr/>
        </p:nvSpPr>
        <p:spPr>
          <a:xfrm>
            <a:off x="577850" y="577850"/>
            <a:ext cx="10873589" cy="3922101"/>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F62FE"/>
              </a:buClr>
              <a:buSzPts val="7000"/>
              <a:buFont typeface="IBM Plex Sans"/>
              <a:buNone/>
            </a:pPr>
            <a:r>
              <a:rPr b="0" i="0" lang="en-US" sz="7000" u="none" cap="none" strike="noStrike">
                <a:solidFill>
                  <a:srgbClr val="0F62FE"/>
                </a:solidFill>
                <a:latin typeface="IBM Plex Sans"/>
                <a:ea typeface="IBM Plex Sans"/>
                <a:cs typeface="IBM Plex Sans"/>
                <a:sym typeface="IBM Plex Sans"/>
              </a:rPr>
              <a:t>Modelos de fundação e IA generativa</a:t>
            </a:r>
            <a:endParaRPr b="0" i="0" sz="7000" u="none" cap="none" strike="noStrike">
              <a:solidFill>
                <a:srgbClr val="0F62FE"/>
              </a:solidFill>
              <a:latin typeface="IBM Plex Sans"/>
              <a:ea typeface="IBM Plex Sans"/>
              <a:cs typeface="IBM Plex Sans"/>
              <a:sym typeface="IBM Plex Sans"/>
            </a:endParaRPr>
          </a:p>
          <a:p>
            <a:pPr indent="0" lvl="0" marL="0" marR="0" rtl="0" algn="l">
              <a:lnSpc>
                <a:spcPct val="90000"/>
              </a:lnSpc>
              <a:spcBef>
                <a:spcPts val="0"/>
              </a:spcBef>
              <a:spcAft>
                <a:spcPts val="0"/>
              </a:spcAft>
              <a:buClr>
                <a:srgbClr val="000000"/>
              </a:buClr>
              <a:buSzPts val="7000"/>
              <a:buFont typeface="IBM Plex Sans"/>
              <a:buNone/>
            </a:pPr>
            <a:r>
              <a:rPr b="0" i="0" lang="en-US" sz="7000" u="none" cap="none" strike="noStrike">
                <a:solidFill>
                  <a:srgbClr val="000000"/>
                </a:solidFill>
                <a:latin typeface="IBM Plex Sans"/>
                <a:ea typeface="IBM Plex Sans"/>
                <a:cs typeface="IBM Plex Sans"/>
                <a:sym typeface="IBM Plex Sans"/>
              </a:rPr>
              <a:t>estão trazendo um ponto de inflexão na IA...</a:t>
            </a:r>
            <a:endParaRPr b="0" i="0" sz="7000" u="none" cap="none" strike="noStrike">
              <a:solidFill>
                <a:srgbClr val="000000"/>
              </a:solidFill>
              <a:latin typeface="IBM Plex Sans"/>
              <a:ea typeface="IBM Plex Sans"/>
              <a:cs typeface="IBM Plex Sans"/>
              <a:sym typeface="IBM Plex Sans"/>
            </a:endParaRPr>
          </a:p>
        </p:txBody>
      </p:sp>
      <p:sp>
        <p:nvSpPr>
          <p:cNvPr id="409" name="Google Shape;409;p4"/>
          <p:cNvSpPr txBox="1"/>
          <p:nvPr/>
        </p:nvSpPr>
        <p:spPr>
          <a:xfrm>
            <a:off x="577850" y="6539346"/>
            <a:ext cx="12219709" cy="24106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rgbClr val="FF0000"/>
              </a:solidFill>
              <a:latin typeface="IBM Plex Sans Light"/>
              <a:ea typeface="IBM Plex Sans Light"/>
              <a:cs typeface="IBM Plex Sans Light"/>
              <a:sym typeface="IBM Plex Sans Light"/>
            </a:endParaRPr>
          </a:p>
        </p:txBody>
      </p:sp>
      <p:sp>
        <p:nvSpPr>
          <p:cNvPr id="410" name="Google Shape;410;p4"/>
          <p:cNvSpPr txBox="1"/>
          <p:nvPr/>
        </p:nvSpPr>
        <p:spPr>
          <a:xfrm>
            <a:off x="5541818" y="7038109"/>
            <a:ext cx="0" cy="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lt1"/>
              </a:solidFill>
              <a:latin typeface="IBM Plex Sans Light"/>
              <a:ea typeface="IBM Plex Sans Light"/>
              <a:cs typeface="IBM Plex Sans Light"/>
              <a:sym typeface="IBM Plex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
          <p:cNvSpPr/>
          <p:nvPr/>
        </p:nvSpPr>
        <p:spPr>
          <a:xfrm>
            <a:off x="1588" y="11588832"/>
            <a:ext cx="24383998" cy="769437"/>
          </a:xfrm>
          <a:prstGeom prst="rect">
            <a:avLst/>
          </a:prstGeom>
          <a:solidFill>
            <a:srgbClr val="E5F6FF"/>
          </a:solidFill>
          <a:ln>
            <a:noFill/>
          </a:ln>
        </p:spPr>
        <p:txBody>
          <a:bodyPr anchorCtr="0" anchor="t" bIns="182875" lIns="182875" spcFirstLastPara="1" rIns="182875" wrap="square" tIns="182875">
            <a:spAutoFit/>
          </a:bodyPr>
          <a:lstStyle/>
          <a:p>
            <a:pPr indent="0" lvl="0" marL="0" marR="0" rtl="0" algn="l">
              <a:spcBef>
                <a:spcPts val="0"/>
              </a:spcBef>
              <a:spcAft>
                <a:spcPts val="0"/>
              </a:spcAft>
              <a:buNone/>
            </a:pPr>
            <a:r>
              <a:t/>
            </a:r>
            <a:endParaRPr sz="2600">
              <a:solidFill>
                <a:srgbClr val="FFFFFF"/>
              </a:solidFill>
              <a:latin typeface="IBM Plex Sans Light"/>
              <a:ea typeface="IBM Plex Sans Light"/>
              <a:cs typeface="IBM Plex Sans Light"/>
              <a:sym typeface="IBM Plex Sans Light"/>
            </a:endParaRPr>
          </a:p>
        </p:txBody>
      </p:sp>
      <p:sp>
        <p:nvSpPr>
          <p:cNvPr id="417" name="Google Shape;417;p5"/>
          <p:cNvSpPr txBox="1"/>
          <p:nvPr/>
        </p:nvSpPr>
        <p:spPr>
          <a:xfrm>
            <a:off x="576071" y="1552031"/>
            <a:ext cx="20708127" cy="8402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2"/>
                </a:solidFill>
                <a:latin typeface="IBM Plex Sans Light"/>
                <a:ea typeface="IBM Plex Sans Light"/>
                <a:cs typeface="IBM Plex Sans Light"/>
                <a:sym typeface="IBM Plex Sans Light"/>
              </a:rPr>
              <a:t>Inteligência Artificial Gerativa refere-se a uma classe de algoritmos de aprendizado de máquina capazes de criar novos conteúdos originais, como imagens, vídeos, músicas, texto e muito mais. Esses modelos são treinados em grandes conjuntos de dados e usam padrões complexos e relações para gerar saídas novas e frequentemente indiscerníveis das produzidas por humanos.</a:t>
            </a:r>
            <a:endParaRPr/>
          </a:p>
          <a:p>
            <a:pPr indent="0" lvl="0" marL="0" marR="0" rtl="0" algn="l">
              <a:spcBef>
                <a:spcPts val="0"/>
              </a:spcBef>
              <a:spcAft>
                <a:spcPts val="0"/>
              </a:spcAft>
              <a:buNone/>
            </a:pPr>
            <a:r>
              <a:t/>
            </a:r>
            <a:endParaRPr sz="3600">
              <a:solidFill>
                <a:schemeClr val="lt2"/>
              </a:solidFill>
              <a:latin typeface="IBM Plex Sans Light"/>
              <a:ea typeface="IBM Plex Sans Light"/>
              <a:cs typeface="IBM Plex Sans Light"/>
              <a:sym typeface="IBM Plex Sans Light"/>
            </a:endParaRPr>
          </a:p>
          <a:p>
            <a:pPr indent="0" lvl="0" marL="0" marR="0" rtl="0" algn="l">
              <a:spcBef>
                <a:spcPts val="0"/>
              </a:spcBef>
              <a:spcAft>
                <a:spcPts val="0"/>
              </a:spcAft>
              <a:buNone/>
            </a:pPr>
            <a:r>
              <a:rPr b="1" lang="en-US" sz="3600">
                <a:solidFill>
                  <a:schemeClr val="lt2"/>
                </a:solidFill>
                <a:latin typeface="IBM Plex Sans Light"/>
                <a:ea typeface="IBM Plex Sans Light"/>
                <a:cs typeface="IBM Plex Sans Light"/>
                <a:sym typeface="IBM Plex Sans Light"/>
              </a:rPr>
              <a:t>Aplicações da Inteligência Artificial Gerativa</a:t>
            </a:r>
            <a:endParaRPr/>
          </a:p>
          <a:p>
            <a:pPr indent="0" lvl="0" marL="0" marR="0" rtl="0" algn="l">
              <a:spcBef>
                <a:spcPts val="0"/>
              </a:spcBef>
              <a:spcAft>
                <a:spcPts val="0"/>
              </a:spcAft>
              <a:buNone/>
            </a:pPr>
            <a:r>
              <a:t/>
            </a:r>
            <a:endParaRPr sz="3600">
              <a:solidFill>
                <a:schemeClr val="lt2"/>
              </a:solidFill>
              <a:latin typeface="IBM Plex Sans Light"/>
              <a:ea typeface="IBM Plex Sans Light"/>
              <a:cs typeface="IBM Plex Sans Light"/>
              <a:sym typeface="IBM Plex Sans Light"/>
            </a:endParaRPr>
          </a:p>
          <a:p>
            <a:pPr indent="0" lvl="0" marL="0" marR="0" rtl="0" algn="l">
              <a:spcBef>
                <a:spcPts val="0"/>
              </a:spcBef>
              <a:spcAft>
                <a:spcPts val="0"/>
              </a:spcAft>
              <a:buNone/>
            </a:pPr>
            <a:r>
              <a:rPr lang="en-US" sz="3600">
                <a:solidFill>
                  <a:schemeClr val="lt2"/>
                </a:solidFill>
                <a:latin typeface="IBM Plex Sans Light"/>
                <a:ea typeface="IBM Plex Sans Light"/>
                <a:cs typeface="IBM Plex Sans Light"/>
                <a:sym typeface="IBM Plex Sans Light"/>
              </a:rPr>
              <a:t>1. </a:t>
            </a:r>
            <a:r>
              <a:rPr b="1" lang="en-US" sz="3600">
                <a:solidFill>
                  <a:schemeClr val="lt2"/>
                </a:solidFill>
                <a:latin typeface="IBM Plex Sans Light"/>
                <a:ea typeface="IBM Plex Sans Light"/>
                <a:cs typeface="IBM Plex Sans Light"/>
                <a:sym typeface="IBM Plex Sans Light"/>
              </a:rPr>
              <a:t>Arte e design: </a:t>
            </a:r>
            <a:r>
              <a:rPr lang="en-US" sz="3600">
                <a:solidFill>
                  <a:schemeClr val="lt2"/>
                </a:solidFill>
                <a:latin typeface="IBM Plex Sans Light"/>
                <a:ea typeface="IBM Plex Sans Light"/>
                <a:cs typeface="IBM Plex Sans Light"/>
                <a:sym typeface="IBM Plex Sans Light"/>
              </a:rPr>
              <a:t>Permite a geração de novas imagens, vídeos e músicas que podem ser utilizadas em diferentes setores, como cinema, publicidade e moda.</a:t>
            </a:r>
            <a:endParaRPr/>
          </a:p>
          <a:p>
            <a:pPr indent="0" lvl="0" marL="0" marR="0" rtl="0" algn="l">
              <a:spcBef>
                <a:spcPts val="0"/>
              </a:spcBef>
              <a:spcAft>
                <a:spcPts val="0"/>
              </a:spcAft>
              <a:buNone/>
            </a:pPr>
            <a:r>
              <a:rPr lang="en-US" sz="3600">
                <a:solidFill>
                  <a:schemeClr val="lt2"/>
                </a:solidFill>
                <a:latin typeface="IBM Plex Sans Light"/>
                <a:ea typeface="IBM Plex Sans Light"/>
                <a:cs typeface="IBM Plex Sans Light"/>
                <a:sym typeface="IBM Plex Sans Light"/>
              </a:rPr>
              <a:t>2. </a:t>
            </a:r>
            <a:r>
              <a:rPr b="1" lang="en-US" sz="3600">
                <a:solidFill>
                  <a:schemeClr val="lt2"/>
                </a:solidFill>
                <a:latin typeface="IBM Plex Sans Light"/>
                <a:ea typeface="IBM Plex Sans Light"/>
                <a:cs typeface="IBM Plex Sans Light"/>
                <a:sym typeface="IBM Plex Sans Light"/>
              </a:rPr>
              <a:t>Criação de conteúdo: </a:t>
            </a:r>
            <a:r>
              <a:rPr lang="en-US" sz="3600">
                <a:solidFill>
                  <a:schemeClr val="lt2"/>
                </a:solidFill>
                <a:latin typeface="IBM Plex Sans Light"/>
                <a:ea typeface="IBM Plex Sans Light"/>
                <a:cs typeface="IBM Plex Sans Light"/>
                <a:sym typeface="IBM Plex Sans Light"/>
              </a:rPr>
              <a:t>Possibilita automatizar a geração de conteúdos escrito, como artigos, postagens nas redes sociais e respostas em chatsbots.</a:t>
            </a:r>
            <a:endParaRPr/>
          </a:p>
          <a:p>
            <a:pPr indent="0" lvl="0" marL="0" marR="0" rtl="0" algn="l">
              <a:spcBef>
                <a:spcPts val="0"/>
              </a:spcBef>
              <a:spcAft>
                <a:spcPts val="0"/>
              </a:spcAft>
              <a:buNone/>
            </a:pPr>
            <a:r>
              <a:rPr lang="en-US" sz="3600">
                <a:solidFill>
                  <a:schemeClr val="lt2"/>
                </a:solidFill>
                <a:latin typeface="IBM Plex Sans Light"/>
                <a:ea typeface="IBM Plex Sans Light"/>
                <a:cs typeface="IBM Plex Sans Light"/>
                <a:sym typeface="IBM Plex Sans Light"/>
              </a:rPr>
              <a:t>3. </a:t>
            </a:r>
            <a:r>
              <a:rPr b="1" lang="en-US" sz="3600">
                <a:solidFill>
                  <a:schemeClr val="lt2"/>
                </a:solidFill>
                <a:latin typeface="IBM Plex Sans Light"/>
                <a:ea typeface="IBM Plex Sans Light"/>
                <a:cs typeface="IBM Plex Sans Light"/>
                <a:sym typeface="IBM Plex Sans Light"/>
              </a:rPr>
              <a:t>Dados sintéticos: </a:t>
            </a:r>
            <a:r>
              <a:rPr lang="en-US" sz="3600">
                <a:solidFill>
                  <a:schemeClr val="lt2"/>
                </a:solidFill>
                <a:latin typeface="IBM Plex Sans Light"/>
                <a:ea typeface="IBM Plex Sans Light"/>
                <a:cs typeface="IBM Plex Sans Light"/>
                <a:sym typeface="IBM Plex Sans Light"/>
              </a:rPr>
              <a:t>Ajuda na criação de novos dados que podem ser utilizados para melhorar o treinamento de modelos de Machine Learning, auxiliando na precisão e robustez desses modelos.</a:t>
            </a:r>
            <a:endParaRPr/>
          </a:p>
          <a:p>
            <a:pPr indent="0" lvl="0" marL="0" marR="0" rtl="0" algn="l">
              <a:spcBef>
                <a:spcPts val="0"/>
              </a:spcBef>
              <a:spcAft>
                <a:spcPts val="0"/>
              </a:spcAft>
              <a:buNone/>
            </a:pPr>
            <a:r>
              <a:rPr lang="en-US" sz="3600">
                <a:solidFill>
                  <a:schemeClr val="lt2"/>
                </a:solidFill>
                <a:latin typeface="IBM Plex Sans Light"/>
                <a:ea typeface="IBM Plex Sans Light"/>
                <a:cs typeface="IBM Plex Sans Light"/>
                <a:sym typeface="IBM Plex Sans Light"/>
              </a:rPr>
              <a:t>4. </a:t>
            </a:r>
            <a:r>
              <a:rPr b="1" lang="en-US" sz="3600">
                <a:solidFill>
                  <a:schemeClr val="lt2"/>
                </a:solidFill>
                <a:latin typeface="IBM Plex Sans Light"/>
                <a:ea typeface="IBM Plex Sans Light"/>
                <a:cs typeface="IBM Plex Sans Light"/>
                <a:sym typeface="IBM Plex Sans Light"/>
              </a:rPr>
              <a:t>Saúde</a:t>
            </a:r>
            <a:r>
              <a:rPr lang="en-US" sz="3600">
                <a:solidFill>
                  <a:schemeClr val="lt2"/>
                </a:solidFill>
                <a:latin typeface="IBM Plex Sans Light"/>
                <a:ea typeface="IBM Plex Sans Light"/>
                <a:cs typeface="IBM Plex Sans Light"/>
                <a:sym typeface="IBM Plex Sans Light"/>
              </a:rPr>
              <a:t>: Facilita a geração de imagens médicas sintéticas e dados para apoiar diagnósticos e tratamentos.</a:t>
            </a:r>
            <a:endParaRPr/>
          </a:p>
        </p:txBody>
      </p:sp>
      <p:sp>
        <p:nvSpPr>
          <p:cNvPr id="418" name="Google Shape;418;p5"/>
          <p:cNvSpPr txBox="1"/>
          <p:nvPr>
            <p:ph type="title"/>
          </p:nvPr>
        </p:nvSpPr>
        <p:spPr>
          <a:xfrm>
            <a:off x="576071" y="24983"/>
            <a:ext cx="20375615"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600"/>
              <a:buFont typeface="IBM Plex Sans Light"/>
              <a:buNone/>
            </a:pPr>
            <a:r>
              <a:rPr b="1" lang="en-US" sz="6600"/>
              <a:t>O que é Inteligência Artificial Generativa?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
          <p:cNvSpPr/>
          <p:nvPr/>
        </p:nvSpPr>
        <p:spPr>
          <a:xfrm>
            <a:off x="1588" y="11588832"/>
            <a:ext cx="24383998" cy="769437"/>
          </a:xfrm>
          <a:prstGeom prst="rect">
            <a:avLst/>
          </a:prstGeom>
          <a:solidFill>
            <a:srgbClr val="E5F6FF"/>
          </a:solidFill>
          <a:ln>
            <a:noFill/>
          </a:ln>
        </p:spPr>
        <p:txBody>
          <a:bodyPr anchorCtr="0" anchor="t" bIns="182875" lIns="182875" spcFirstLastPara="1" rIns="182875" wrap="square" tIns="182875">
            <a:spAutoFit/>
          </a:bodyPr>
          <a:lstStyle/>
          <a:p>
            <a:pPr indent="0" lvl="0" marL="0" marR="0" rtl="0" algn="l">
              <a:spcBef>
                <a:spcPts val="0"/>
              </a:spcBef>
              <a:spcAft>
                <a:spcPts val="0"/>
              </a:spcAft>
              <a:buNone/>
            </a:pPr>
            <a:r>
              <a:t/>
            </a:r>
            <a:endParaRPr sz="2600">
              <a:solidFill>
                <a:srgbClr val="FFFFFF"/>
              </a:solidFill>
              <a:latin typeface="IBM Plex Sans Light"/>
              <a:ea typeface="IBM Plex Sans Light"/>
              <a:cs typeface="IBM Plex Sans Light"/>
              <a:sym typeface="IBM Plex Sans Light"/>
            </a:endParaRPr>
          </a:p>
        </p:txBody>
      </p:sp>
      <p:pic>
        <p:nvPicPr>
          <p:cNvPr id="425" name="Google Shape;425;p6"/>
          <p:cNvPicPr preferRelativeResize="0"/>
          <p:nvPr/>
        </p:nvPicPr>
        <p:blipFill rotWithShape="1">
          <a:blip r:embed="rId3">
            <a:alphaModFix/>
          </a:blip>
          <a:srcRect b="0" l="0" r="0" t="0"/>
          <a:stretch/>
        </p:blipFill>
        <p:spPr>
          <a:xfrm>
            <a:off x="4594366" y="1634820"/>
            <a:ext cx="19384272" cy="9725905"/>
          </a:xfrm>
          <a:prstGeom prst="rect">
            <a:avLst/>
          </a:prstGeom>
          <a:noFill/>
          <a:ln>
            <a:noFill/>
          </a:ln>
        </p:spPr>
      </p:pic>
      <p:sp>
        <p:nvSpPr>
          <p:cNvPr id="426" name="Google Shape;426;p6"/>
          <p:cNvSpPr txBox="1"/>
          <p:nvPr/>
        </p:nvSpPr>
        <p:spPr>
          <a:xfrm>
            <a:off x="220560" y="391102"/>
            <a:ext cx="2375807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chemeClr val="lt1"/>
                </a:solidFill>
                <a:latin typeface="IBM Plex Sans Light"/>
                <a:ea typeface="IBM Plex Sans Light"/>
                <a:cs typeface="IBM Plex Sans Light"/>
                <a:sym typeface="IBM Plex Sans Light"/>
              </a:rPr>
              <a:t>Esta é uma captura de tela do prompt e da resposta que foi usada para criar o slide anterior</a:t>
            </a:r>
            <a:endParaRPr b="1" sz="4400">
              <a:solidFill>
                <a:schemeClr val="lt1"/>
              </a:solidFill>
              <a:latin typeface="IBM Plex Sans Light"/>
              <a:ea typeface="IBM Plex Sans Light"/>
              <a:cs typeface="IBM Plex Sans Light"/>
              <a:sym typeface="IBM Plex Sans Light"/>
            </a:endParaRPr>
          </a:p>
        </p:txBody>
      </p:sp>
      <p:sp>
        <p:nvSpPr>
          <p:cNvPr id="427" name="Google Shape;427;p6"/>
          <p:cNvSpPr/>
          <p:nvPr/>
        </p:nvSpPr>
        <p:spPr>
          <a:xfrm>
            <a:off x="831273" y="5126182"/>
            <a:ext cx="3020291" cy="2327563"/>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4000">
                <a:solidFill>
                  <a:schemeClr val="dk1"/>
                </a:solidFill>
                <a:latin typeface="IBM Plex Sans Light"/>
                <a:ea typeface="IBM Plex Sans Light"/>
                <a:cs typeface="IBM Plex Sans Light"/>
                <a:sym typeface="IBM Plex Sans Light"/>
              </a:rPr>
              <a:t>Texto do </a:t>
            </a:r>
            <a:r>
              <a:rPr b="1" i="0" lang="en-US" sz="4000" u="none" cap="none" strike="noStrike">
                <a:solidFill>
                  <a:schemeClr val="dk1"/>
                </a:solidFill>
                <a:latin typeface="IBM Plex Sans Light"/>
                <a:ea typeface="IBM Plex Sans Light"/>
                <a:cs typeface="IBM Plex Sans Light"/>
                <a:sym typeface="IBM Plex Sans Light"/>
              </a:rPr>
              <a:t>Slide Anterior</a:t>
            </a:r>
            <a:endParaRPr b="1" i="0" sz="4000" u="none" cap="none" strike="noStrike">
              <a:solidFill>
                <a:schemeClr val="dk1"/>
              </a:solidFill>
              <a:latin typeface="IBM Plex Sans Light"/>
              <a:ea typeface="IBM Plex Sans Light"/>
              <a:cs typeface="IBM Plex Sans Light"/>
              <a:sym typeface="IBM Plex Sans Light"/>
            </a:endParaRPr>
          </a:p>
        </p:txBody>
      </p:sp>
      <p:sp>
        <p:nvSpPr>
          <p:cNvPr id="428" name="Google Shape;428;p6"/>
          <p:cNvSpPr/>
          <p:nvPr/>
        </p:nvSpPr>
        <p:spPr>
          <a:xfrm>
            <a:off x="3851564" y="6165540"/>
            <a:ext cx="978408" cy="484632"/>
          </a:xfrm>
          <a:prstGeom prst="rightArrow">
            <a:avLst>
              <a:gd fmla="val 50000" name="adj1"/>
              <a:gd fmla="val 50000" name="adj2"/>
            </a:avLst>
          </a:prstGeom>
          <a:solidFill>
            <a:schemeClr val="accent1"/>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200599" lvl="0" marL="327600" marR="0" rtl="0" algn="l">
              <a:lnSpc>
                <a:spcPct val="100000"/>
              </a:lnSpc>
              <a:spcBef>
                <a:spcPts val="0"/>
              </a:spcBef>
              <a:spcAft>
                <a:spcPts val="0"/>
              </a:spcAft>
              <a:buClr>
                <a:schemeClr val="lt1"/>
              </a:buClr>
              <a:buSzPts val="2000"/>
              <a:buFont typeface="Arial"/>
              <a:buNone/>
            </a:pPr>
            <a:r>
              <a:t/>
            </a:r>
            <a:endParaRPr b="0" i="0" sz="2000" u="none" cap="none" strike="noStrike">
              <a:solidFill>
                <a:schemeClr val="dk1"/>
              </a:solidFill>
              <a:latin typeface="IBM Plex Sans Light"/>
              <a:ea typeface="IBM Plex Sans Light"/>
              <a:cs typeface="IBM Plex Sans Light"/>
              <a:sym typeface="IBM Plex Sans Light"/>
            </a:endParaRPr>
          </a:p>
        </p:txBody>
      </p:sp>
      <p:sp>
        <p:nvSpPr>
          <p:cNvPr id="429" name="Google Shape;429;p6"/>
          <p:cNvSpPr txBox="1"/>
          <p:nvPr/>
        </p:nvSpPr>
        <p:spPr>
          <a:xfrm>
            <a:off x="7924800" y="3186545"/>
            <a:ext cx="14768945" cy="1274619"/>
          </a:xfrm>
          <a:prstGeom prst="rect">
            <a:avLst/>
          </a:prstGeom>
          <a:noFill/>
          <a:ln cap="flat" cmpd="sng" w="44450">
            <a:solidFill>
              <a:srgbClr val="0D62FE"/>
            </a:solidFill>
            <a:prstDash val="solid"/>
            <a:miter lim="4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lt1"/>
              </a:solidFill>
              <a:latin typeface="IBM Plex Sans Light"/>
              <a:ea typeface="IBM Plex Sans Light"/>
              <a:cs typeface="IBM Plex Sans Light"/>
              <a:sym typeface="IBM Plex Sans Light"/>
            </a:endParaRPr>
          </a:p>
        </p:txBody>
      </p:sp>
      <p:sp>
        <p:nvSpPr>
          <p:cNvPr id="430" name="Google Shape;430;p6"/>
          <p:cNvSpPr/>
          <p:nvPr/>
        </p:nvSpPr>
        <p:spPr>
          <a:xfrm>
            <a:off x="16874835" y="2661989"/>
            <a:ext cx="2244438" cy="1049111"/>
          </a:xfrm>
          <a:prstGeom prst="foldedCorner">
            <a:avLst>
              <a:gd fmla="val 16667"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4000">
                <a:solidFill>
                  <a:schemeClr val="dk1"/>
                </a:solidFill>
                <a:latin typeface="IBM Plex Sans Light"/>
                <a:ea typeface="IBM Plex Sans Light"/>
                <a:cs typeface="IBM Plex Sans Light"/>
                <a:sym typeface="IBM Plex Sans Light"/>
              </a:rPr>
              <a:t>Prompt</a:t>
            </a:r>
            <a:endParaRPr b="0" i="0" sz="4000" u="none" cap="none" strike="noStrike">
              <a:solidFill>
                <a:schemeClr val="dk1"/>
              </a:solidFill>
              <a:latin typeface="IBM Plex Sans Light"/>
              <a:ea typeface="IBM Plex Sans Light"/>
              <a:cs typeface="IBM Plex Sans Light"/>
              <a:sym typeface="IBM Plex Sans Light"/>
            </a:endParaRPr>
          </a:p>
        </p:txBody>
      </p:sp>
      <p:cxnSp>
        <p:nvCxnSpPr>
          <p:cNvPr id="431" name="Google Shape;431;p6"/>
          <p:cNvCxnSpPr>
            <a:stCxn id="430" idx="1"/>
          </p:cNvCxnSpPr>
          <p:nvPr/>
        </p:nvCxnSpPr>
        <p:spPr>
          <a:xfrm flipH="1">
            <a:off x="14962935" y="3186545"/>
            <a:ext cx="1911900" cy="524700"/>
          </a:xfrm>
          <a:prstGeom prst="straightConnector1">
            <a:avLst/>
          </a:prstGeom>
          <a:noFill/>
          <a:ln cap="flat" cmpd="sng" w="25400">
            <a:solidFill>
              <a:srgbClr val="0D62FE"/>
            </a:solidFill>
            <a:prstDash val="solid"/>
            <a:round/>
            <a:headEnd len="sm" w="sm" type="none"/>
            <a:tailEnd len="med" w="med" type="triangle"/>
          </a:ln>
        </p:spPr>
      </p:cxnSp>
      <p:sp>
        <p:nvSpPr>
          <p:cNvPr id="432" name="Google Shape;432;p6"/>
          <p:cNvSpPr txBox="1"/>
          <p:nvPr/>
        </p:nvSpPr>
        <p:spPr>
          <a:xfrm>
            <a:off x="526473" y="12312285"/>
            <a:ext cx="2406287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IBM Plex Sans Light"/>
                <a:ea typeface="IBM Plex Sans Light"/>
                <a:cs typeface="IBM Plex Sans Light"/>
                <a:sym typeface="IBM Plex Sans Light"/>
              </a:rPr>
              <a:t>IBM Consulting Advantage  é uma ferramenta de IA generativa da IBM construída sobre o watson.x voltada para o colaboradores / consumidor final.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
          <p:cNvSpPr txBox="1"/>
          <p:nvPr>
            <p:ph type="title"/>
          </p:nvPr>
        </p:nvSpPr>
        <p:spPr>
          <a:xfrm>
            <a:off x="576071" y="577850"/>
            <a:ext cx="10224828" cy="20178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Light"/>
              <a:buNone/>
            </a:pPr>
            <a:r>
              <a:rPr lang="en-US"/>
              <a:t>Desafios com IA Generativa</a:t>
            </a:r>
            <a:endParaRPr/>
          </a:p>
        </p:txBody>
      </p:sp>
      <p:sp>
        <p:nvSpPr>
          <p:cNvPr id="439" name="Google Shape;439;p7"/>
          <p:cNvSpPr txBox="1"/>
          <p:nvPr/>
        </p:nvSpPr>
        <p:spPr>
          <a:xfrm>
            <a:off x="577849" y="3529400"/>
            <a:ext cx="10224829" cy="75908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3600"/>
              <a:buFont typeface="Arial"/>
              <a:buNone/>
            </a:pPr>
            <a:r>
              <a:rPr b="0" i="0" lang="en-US" sz="3600" u="none" cap="none" strike="noStrike">
                <a:solidFill>
                  <a:schemeClr val="lt1"/>
                </a:solidFill>
                <a:latin typeface="IBM Plex Sans Light"/>
                <a:ea typeface="IBM Plex Sans Light"/>
                <a:cs typeface="IBM Plex Sans Light"/>
                <a:sym typeface="IBM Plex Sans Light"/>
              </a:rPr>
              <a:t>.</a:t>
            </a:r>
            <a:endParaRPr b="0" i="0" sz="3600" u="none" cap="none" strike="noStrike">
              <a:solidFill>
                <a:schemeClr val="lt1"/>
              </a:solidFill>
              <a:latin typeface="IBM Plex Sans Light"/>
              <a:ea typeface="IBM Plex Sans Light"/>
              <a:cs typeface="IBM Plex Sans Light"/>
              <a:sym typeface="IBM Plex Sans Light"/>
            </a:endParaRPr>
          </a:p>
        </p:txBody>
      </p:sp>
      <p:sp>
        <p:nvSpPr>
          <p:cNvPr id="440" name="Google Shape;440;p7"/>
          <p:cNvSpPr txBox="1"/>
          <p:nvPr/>
        </p:nvSpPr>
        <p:spPr>
          <a:xfrm>
            <a:off x="576071" y="3131129"/>
            <a:ext cx="12696584" cy="6740307"/>
          </a:xfrm>
          <a:prstGeom prst="rect">
            <a:avLst/>
          </a:prstGeom>
          <a:noFill/>
          <a:ln>
            <a:noFill/>
          </a:ln>
        </p:spPr>
        <p:txBody>
          <a:bodyPr anchorCtr="0" anchor="t" bIns="45700" lIns="91425" spcFirstLastPara="1" rIns="91425" wrap="square" tIns="45700">
            <a:spAutoFit/>
          </a:bodyPr>
          <a:lstStyle/>
          <a:p>
            <a:pPr indent="-571500" lvl="0" marL="571500" marR="0" rtl="0" algn="l">
              <a:spcBef>
                <a:spcPts val="0"/>
              </a:spcBef>
              <a:spcAft>
                <a:spcPts val="0"/>
              </a:spcAft>
              <a:buClr>
                <a:schemeClr val="lt1"/>
              </a:buClr>
              <a:buSzPts val="3600"/>
              <a:buFont typeface="Noto Sans Symbols"/>
              <a:buChar char="⮚"/>
            </a:pPr>
            <a:r>
              <a:rPr lang="en-US" sz="3600">
                <a:solidFill>
                  <a:schemeClr val="lt1"/>
                </a:solidFill>
                <a:latin typeface="IBM Plex Sans Light"/>
                <a:ea typeface="IBM Plex Sans Light"/>
                <a:cs typeface="IBM Plex Sans Light"/>
                <a:sym typeface="IBM Plex Sans Light"/>
              </a:rPr>
              <a:t>Pode ser difícil controlar a qualidade do conteúdo Gerado</a:t>
            </a:r>
            <a:endParaRPr/>
          </a:p>
          <a:p>
            <a:pPr indent="-342900" lvl="0" marL="571500" marR="0" rtl="0" algn="l">
              <a:spcBef>
                <a:spcPts val="0"/>
              </a:spcBef>
              <a:spcAft>
                <a:spcPts val="0"/>
              </a:spcAft>
              <a:buClr>
                <a:schemeClr val="lt1"/>
              </a:buClr>
              <a:buSzPts val="3600"/>
              <a:buFont typeface="Noto Sans Symbols"/>
              <a:buNone/>
            </a:pPr>
            <a:r>
              <a:t/>
            </a:r>
            <a:endParaRPr sz="3600">
              <a:solidFill>
                <a:schemeClr val="lt1"/>
              </a:solidFill>
              <a:latin typeface="IBM Plex Sans Light"/>
              <a:ea typeface="IBM Plex Sans Light"/>
              <a:cs typeface="IBM Plex Sans Light"/>
              <a:sym typeface="IBM Plex Sans Light"/>
            </a:endParaRPr>
          </a:p>
          <a:p>
            <a:pPr indent="-571500" lvl="0" marL="571500" marR="0" rtl="0" algn="l">
              <a:spcBef>
                <a:spcPts val="0"/>
              </a:spcBef>
              <a:spcAft>
                <a:spcPts val="0"/>
              </a:spcAft>
              <a:buClr>
                <a:schemeClr val="lt1"/>
              </a:buClr>
              <a:buSzPts val="3600"/>
              <a:buFont typeface="Noto Sans Symbols"/>
              <a:buChar char="⮚"/>
            </a:pPr>
            <a:r>
              <a:rPr lang="en-US" sz="3600">
                <a:solidFill>
                  <a:schemeClr val="lt1"/>
                </a:solidFill>
                <a:latin typeface="IBM Plex Sans Light"/>
                <a:ea typeface="IBM Plex Sans Light"/>
                <a:cs typeface="IBM Plex Sans Light"/>
                <a:sym typeface="IBM Plex Sans Light"/>
              </a:rPr>
              <a:t>Pode ser difícil garantir que o conteúdo gerado seja preciso</a:t>
            </a:r>
            <a:endParaRPr sz="3600">
              <a:solidFill>
                <a:schemeClr val="lt1"/>
              </a:solidFill>
              <a:latin typeface="IBM Plex Sans Light"/>
              <a:ea typeface="IBM Plex Sans Light"/>
              <a:cs typeface="IBM Plex Sans Light"/>
              <a:sym typeface="IBM Plex Sans Light"/>
            </a:endParaRPr>
          </a:p>
          <a:p>
            <a:pPr indent="-342900" lvl="0" marL="571500" marR="0" rtl="0" algn="l">
              <a:spcBef>
                <a:spcPts val="0"/>
              </a:spcBef>
              <a:spcAft>
                <a:spcPts val="0"/>
              </a:spcAft>
              <a:buClr>
                <a:schemeClr val="lt1"/>
              </a:buClr>
              <a:buSzPts val="3600"/>
              <a:buFont typeface="Noto Sans Symbols"/>
              <a:buNone/>
            </a:pPr>
            <a:r>
              <a:t/>
            </a:r>
            <a:endParaRPr sz="3600">
              <a:solidFill>
                <a:schemeClr val="lt1"/>
              </a:solidFill>
              <a:latin typeface="IBM Plex Sans Light"/>
              <a:ea typeface="IBM Plex Sans Light"/>
              <a:cs typeface="IBM Plex Sans Light"/>
              <a:sym typeface="IBM Plex Sans Light"/>
            </a:endParaRPr>
          </a:p>
          <a:p>
            <a:pPr indent="-571500" lvl="1" marL="1486188" marR="0" rtl="0" algn="l">
              <a:spcBef>
                <a:spcPts val="0"/>
              </a:spcBef>
              <a:spcAft>
                <a:spcPts val="0"/>
              </a:spcAft>
              <a:buClr>
                <a:schemeClr val="lt1"/>
              </a:buClr>
              <a:buSzPts val="3600"/>
              <a:buFont typeface="Noto Sans Symbols"/>
              <a:buChar char="▪"/>
            </a:pPr>
            <a:r>
              <a:rPr b="0" i="0" lang="en-US" sz="3600" u="none" cap="none" strike="noStrike">
                <a:solidFill>
                  <a:schemeClr val="lt1"/>
                </a:solidFill>
                <a:latin typeface="IBM Plex Sans Light"/>
                <a:ea typeface="IBM Plex Sans Light"/>
                <a:cs typeface="IBM Plex Sans Light"/>
                <a:sym typeface="IBM Plex Sans Light"/>
              </a:rPr>
              <a:t>Declarações falsas podem ser apresentadas de forma maneira confidante</a:t>
            </a:r>
            <a:endParaRPr/>
          </a:p>
          <a:p>
            <a:pPr indent="-342900" lvl="1" marL="1486188" marR="0" rtl="0" algn="l">
              <a:spcBef>
                <a:spcPts val="0"/>
              </a:spcBef>
              <a:spcAft>
                <a:spcPts val="0"/>
              </a:spcAft>
              <a:buClr>
                <a:schemeClr val="lt1"/>
              </a:buClr>
              <a:buSzPts val="3600"/>
              <a:buFont typeface="Noto Sans Symbols"/>
              <a:buNone/>
            </a:pPr>
            <a:r>
              <a:t/>
            </a:r>
            <a:endParaRPr b="0" i="0" sz="3600" u="none" cap="none" strike="noStrike">
              <a:solidFill>
                <a:schemeClr val="lt1"/>
              </a:solidFill>
              <a:latin typeface="IBM Plex Sans Light"/>
              <a:ea typeface="IBM Plex Sans Light"/>
              <a:cs typeface="IBM Plex Sans Light"/>
              <a:sym typeface="IBM Plex Sans Light"/>
            </a:endParaRPr>
          </a:p>
          <a:p>
            <a:pPr indent="-571500" lvl="1" marL="1486188" marR="0" rtl="0" algn="l">
              <a:spcBef>
                <a:spcPts val="0"/>
              </a:spcBef>
              <a:spcAft>
                <a:spcPts val="0"/>
              </a:spcAft>
              <a:buClr>
                <a:schemeClr val="lt1"/>
              </a:buClr>
              <a:buSzPts val="3600"/>
              <a:buFont typeface="Noto Sans Symbols"/>
              <a:buChar char="▪"/>
            </a:pPr>
            <a:r>
              <a:rPr b="0" i="0" lang="en-US" sz="3600" u="none" cap="none" strike="noStrike">
                <a:solidFill>
                  <a:schemeClr val="lt1"/>
                </a:solidFill>
                <a:latin typeface="IBM Plex Sans Light"/>
                <a:ea typeface="IBM Plex Sans Light"/>
                <a:cs typeface="IBM Plex Sans Light"/>
                <a:sym typeface="IBM Plex Sans Light"/>
              </a:rPr>
              <a:t>São conhecidas como alucinações em termos de IA generative</a:t>
            </a:r>
            <a:endParaRPr/>
          </a:p>
          <a:p>
            <a:pPr indent="-342900" lvl="0" marL="571500" marR="0" rtl="0" algn="l">
              <a:spcBef>
                <a:spcPts val="0"/>
              </a:spcBef>
              <a:spcAft>
                <a:spcPts val="0"/>
              </a:spcAft>
              <a:buClr>
                <a:schemeClr val="lt1"/>
              </a:buClr>
              <a:buSzPts val="3600"/>
              <a:buFont typeface="Noto Sans Symbols"/>
              <a:buNone/>
            </a:pPr>
            <a:r>
              <a:t/>
            </a:r>
            <a:endParaRPr sz="3600">
              <a:solidFill>
                <a:schemeClr val="lt1"/>
              </a:solidFill>
              <a:latin typeface="IBM Plex Sans Light"/>
              <a:ea typeface="IBM Plex Sans Light"/>
              <a:cs typeface="IBM Plex Sans Light"/>
              <a:sym typeface="IBM Plex Sans Light"/>
            </a:endParaRPr>
          </a:p>
          <a:p>
            <a:pPr indent="-571500" lvl="0" marL="571500" marR="0" rtl="0" algn="l">
              <a:spcBef>
                <a:spcPts val="0"/>
              </a:spcBef>
              <a:spcAft>
                <a:spcPts val="0"/>
              </a:spcAft>
              <a:buClr>
                <a:schemeClr val="lt1"/>
              </a:buClr>
              <a:buSzPts val="3600"/>
              <a:buFont typeface="Noto Sans Symbols"/>
              <a:buChar char="⮚"/>
            </a:pPr>
            <a:r>
              <a:rPr lang="en-US" sz="3600">
                <a:solidFill>
                  <a:schemeClr val="lt1"/>
                </a:solidFill>
                <a:latin typeface="IBM Plex Sans Light"/>
                <a:ea typeface="IBM Plex Sans Light"/>
                <a:cs typeface="IBM Plex Sans Light"/>
                <a:sym typeface="IBM Plex Sans Light"/>
              </a:rPr>
              <a:t>Pode ser difícil garantir que o conteúdo gerado não seja ofensivo ou prejudicial</a:t>
            </a:r>
            <a:endParaRPr sz="3600">
              <a:solidFill>
                <a:schemeClr val="lt1"/>
              </a:solidFill>
              <a:latin typeface="IBM Plex Sans Light"/>
              <a:ea typeface="IBM Plex Sans Light"/>
              <a:cs typeface="IBM Plex Sans Light"/>
              <a:sym typeface="IBM Plex Sans Light"/>
            </a:endParaRPr>
          </a:p>
        </p:txBody>
      </p:sp>
      <p:pic>
        <p:nvPicPr>
          <p:cNvPr descr="The Generative AI Dilemma - Navigating the Hype and Hallucinations |  Cryptopolitan" id="441" name="Google Shape;441;p7"/>
          <p:cNvPicPr preferRelativeResize="0"/>
          <p:nvPr/>
        </p:nvPicPr>
        <p:blipFill rotWithShape="1">
          <a:blip r:embed="rId3">
            <a:alphaModFix/>
          </a:blip>
          <a:srcRect b="0" l="0" r="0" t="0"/>
          <a:stretch/>
        </p:blipFill>
        <p:spPr>
          <a:xfrm>
            <a:off x="13553634" y="1730154"/>
            <a:ext cx="10255692" cy="102556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8"/>
          <p:cNvSpPr txBox="1"/>
          <p:nvPr/>
        </p:nvSpPr>
        <p:spPr>
          <a:xfrm>
            <a:off x="762828" y="2814054"/>
            <a:ext cx="22861518" cy="108029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2"/>
                </a:solidFill>
                <a:latin typeface="IBM Plex Sans Light"/>
                <a:ea typeface="IBM Plex Sans Light"/>
                <a:cs typeface="IBM Plex Sans Light"/>
                <a:sym typeface="IBM Plex Sans Light"/>
              </a:rPr>
              <a:t>A qualidade das respostas que um aplicativo de IA generativa retorna não depende apenas do próprio modelo, mas dos tipos de prompts que ele recebe. O termo engenharia de prompt (</a:t>
            </a:r>
            <a:r>
              <a:rPr lang="en-US" sz="2400">
                <a:solidFill>
                  <a:schemeClr val="lt1"/>
                </a:solidFill>
                <a:latin typeface="IBM Plex Sans Light"/>
                <a:ea typeface="IBM Plex Sans Light"/>
                <a:cs typeface="IBM Plex Sans Light"/>
                <a:sym typeface="IBM Plex Sans Light"/>
              </a:rPr>
              <a:t>prompt engineering</a:t>
            </a:r>
            <a:r>
              <a:rPr lang="en-US" sz="2400">
                <a:solidFill>
                  <a:schemeClr val="lt2"/>
                </a:solidFill>
                <a:latin typeface="IBM Plex Sans Light"/>
                <a:ea typeface="IBM Plex Sans Light"/>
                <a:cs typeface="IBM Plex Sans Light"/>
                <a:sym typeface="IBM Plex Sans Light"/>
              </a:rPr>
              <a:t>) descreve o processo de aprimoramento de prompts. </a:t>
            </a:r>
            <a:endParaRPr/>
          </a:p>
          <a:p>
            <a:pPr indent="0" lvl="0" marL="0" marR="0" rtl="0" algn="l">
              <a:spcBef>
                <a:spcPts val="0"/>
              </a:spcBef>
              <a:spcAft>
                <a:spcPts val="0"/>
              </a:spcAft>
              <a:buNone/>
            </a:pPr>
            <a:r>
              <a:rPr lang="en-US" sz="2400">
                <a:solidFill>
                  <a:schemeClr val="lt2"/>
                </a:solidFill>
                <a:latin typeface="IBM Plex Sans Light"/>
                <a:ea typeface="IBM Plex Sans Light"/>
                <a:cs typeface="IBM Plex Sans Light"/>
                <a:sym typeface="IBM Plex Sans Light"/>
              </a:rPr>
              <a:t>Os prompts são as maneiras de informarmos a um aplicativo o que queremos que ele faça. Um engenheiro pode adicionar instruções para o programa com prompts. Por exemplo, os desenvolvedores podem criar um aplicativo de IA generativa para que professores criem perguntas de múltipla escolha relacionadas à leitura de texto dos alunos. Durante o desenvolvimento do aplicativo, os desenvolvedores podem adicionar outras regras para o que o programa deve fazer com os prompts recebidos.</a:t>
            </a:r>
            <a:endParaRPr/>
          </a:p>
          <a:p>
            <a:pPr indent="0" lvl="0" marL="0" marR="0" rtl="0" algn="l">
              <a:spcBef>
                <a:spcPts val="2400"/>
              </a:spcBef>
              <a:spcAft>
                <a:spcPts val="0"/>
              </a:spcAft>
              <a:buNone/>
            </a:pPr>
            <a:r>
              <a:rPr lang="en-US" sz="2400">
                <a:solidFill>
                  <a:schemeClr val="lt2"/>
                </a:solidFill>
                <a:latin typeface="IBM Plex Sans Light"/>
                <a:ea typeface="IBM Plex Sans Light"/>
                <a:cs typeface="IBM Plex Sans Light"/>
                <a:sym typeface="IBM Plex Sans Light"/>
              </a:rPr>
              <a:t>Mensagens do sistema</a:t>
            </a:r>
            <a:endParaRPr/>
          </a:p>
          <a:p>
            <a:pPr indent="0" lvl="0" marL="0" marR="0" rtl="0" algn="l">
              <a:spcBef>
                <a:spcPts val="900"/>
              </a:spcBef>
              <a:spcAft>
                <a:spcPts val="0"/>
              </a:spcAft>
              <a:buNone/>
            </a:pPr>
            <a:r>
              <a:rPr lang="en-US" sz="2400">
                <a:solidFill>
                  <a:schemeClr val="lt2"/>
                </a:solidFill>
                <a:latin typeface="IBM Plex Sans Light"/>
                <a:ea typeface="IBM Plex Sans Light"/>
                <a:cs typeface="IBM Plex Sans Light"/>
                <a:sym typeface="IBM Plex Sans Light"/>
              </a:rPr>
              <a:t>As técnicas de engenharia de prompt incluem a definição de uma mensagem do sistema. A mensagem define o contexto para o modelo descrevendo expectativas e restrições, por exemplo, "Você é um assistente útil que responde de maneira alegre e amigável". Essas mensagens do sistema determinam restrições e estilos para as respostas do modelo.</a:t>
            </a:r>
            <a:endParaRPr/>
          </a:p>
          <a:p>
            <a:pPr indent="0" lvl="0" marL="0" marR="0" rtl="0" algn="l">
              <a:spcBef>
                <a:spcPts val="2400"/>
              </a:spcBef>
              <a:spcAft>
                <a:spcPts val="0"/>
              </a:spcAft>
              <a:buNone/>
            </a:pPr>
            <a:r>
              <a:rPr lang="en-US" sz="2400">
                <a:solidFill>
                  <a:schemeClr val="lt2"/>
                </a:solidFill>
                <a:latin typeface="IBM Plex Sans Light"/>
                <a:ea typeface="IBM Plex Sans Light"/>
                <a:cs typeface="IBM Plex Sans Light"/>
                <a:sym typeface="IBM Plex Sans Light"/>
              </a:rPr>
              <a:t>Como escrever bons prompts</a:t>
            </a:r>
            <a:endParaRPr/>
          </a:p>
          <a:p>
            <a:pPr indent="0" lvl="0" marL="0" marR="0" rtl="0" algn="l">
              <a:spcBef>
                <a:spcPts val="900"/>
              </a:spcBef>
              <a:spcAft>
                <a:spcPts val="0"/>
              </a:spcAft>
              <a:buNone/>
            </a:pPr>
            <a:r>
              <a:rPr lang="en-US" sz="2400">
                <a:solidFill>
                  <a:schemeClr val="lt2"/>
                </a:solidFill>
                <a:latin typeface="IBM Plex Sans Light"/>
                <a:ea typeface="IBM Plex Sans Light"/>
                <a:cs typeface="IBM Plex Sans Light"/>
                <a:sym typeface="IBM Plex Sans Light"/>
              </a:rPr>
              <a:t>Você pode obter as informações mais úteis sendo explícito sobre o tipo de resposta que deseja, por exemplo, "Criar uma lista de 10 coisas para fazer em Campos do Jordão durante mês de Junho". Você pode obter melhores resultados ao enviar prompts claros e específicos.</a:t>
            </a:r>
            <a:endParaRPr/>
          </a:p>
          <a:p>
            <a:pPr indent="0" lvl="0" marL="0" marR="0" rtl="0" algn="l">
              <a:spcBef>
                <a:spcPts val="0"/>
              </a:spcBef>
              <a:spcAft>
                <a:spcPts val="0"/>
              </a:spcAft>
              <a:buNone/>
            </a:pPr>
            <a:r>
              <a:t/>
            </a:r>
            <a:endParaRPr sz="2400">
              <a:solidFill>
                <a:schemeClr val="lt2"/>
              </a:solidFill>
              <a:latin typeface="IBM Plex Sans Light"/>
              <a:ea typeface="IBM Plex Sans Light"/>
              <a:cs typeface="IBM Plex Sans Light"/>
              <a:sym typeface="IBM Plex Sans Light"/>
            </a:endParaRPr>
          </a:p>
          <a:p>
            <a:pPr indent="0" lvl="0" marL="0" marR="0" rtl="0" algn="l">
              <a:spcBef>
                <a:spcPts val="2400"/>
              </a:spcBef>
              <a:spcAft>
                <a:spcPts val="0"/>
              </a:spcAft>
              <a:buNone/>
            </a:pPr>
            <a:r>
              <a:rPr lang="en-US" sz="2400">
                <a:solidFill>
                  <a:schemeClr val="lt2"/>
                </a:solidFill>
                <a:latin typeface="IBM Plex Sans Light"/>
                <a:ea typeface="IBM Plex Sans Light"/>
                <a:cs typeface="IBM Plex Sans Light"/>
                <a:sym typeface="IBM Plex Sans Light"/>
              </a:rPr>
              <a:t>Fornecer exemplos</a:t>
            </a:r>
            <a:endParaRPr/>
          </a:p>
          <a:p>
            <a:pPr indent="0" lvl="0" marL="0" marR="0" rtl="0" algn="l">
              <a:spcBef>
                <a:spcPts val="900"/>
              </a:spcBef>
              <a:spcAft>
                <a:spcPts val="0"/>
              </a:spcAft>
              <a:buNone/>
            </a:pPr>
            <a:r>
              <a:rPr lang="en-US" sz="2400">
                <a:solidFill>
                  <a:schemeClr val="lt2"/>
                </a:solidFill>
                <a:latin typeface="IBM Plex Sans Light"/>
                <a:ea typeface="IBM Plex Sans Light"/>
                <a:cs typeface="IBM Plex Sans Light"/>
                <a:sym typeface="IBM Plex Sans Light"/>
              </a:rPr>
              <a:t>As LLMs geralmente dão suporte ao aprendizado zero-shot no qual as respostas podem ser geradas sem exemplos anteriores. No entanto, você também pode fornecer prompts de aprendizado one-shot que incluem um ou alguns exemplos da resposta que você deseja, como "Visitar o castelo pela manhã antes da chegada das multidões". Em seguida, o modelo pode gerar respostas adicionais no mesmo estilo que os exemplos fornecidos no prompt.</a:t>
            </a:r>
            <a:endParaRPr/>
          </a:p>
          <a:p>
            <a:pPr indent="0" lvl="0" marL="0" marR="0" rtl="0" algn="l">
              <a:spcBef>
                <a:spcPts val="0"/>
              </a:spcBef>
              <a:spcAft>
                <a:spcPts val="0"/>
              </a:spcAft>
              <a:buNone/>
            </a:pPr>
            <a:r>
              <a:t/>
            </a:r>
            <a:endParaRPr sz="2400">
              <a:solidFill>
                <a:schemeClr val="lt2"/>
              </a:solidFill>
              <a:latin typeface="IBM Plex Sans Light"/>
              <a:ea typeface="IBM Plex Sans Light"/>
              <a:cs typeface="IBM Plex Sans Light"/>
              <a:sym typeface="IBM Plex Sans Light"/>
            </a:endParaRPr>
          </a:p>
          <a:p>
            <a:pPr indent="0" lvl="0" marL="0" marR="0" rtl="0" algn="l">
              <a:spcBef>
                <a:spcPts val="2400"/>
              </a:spcBef>
              <a:spcAft>
                <a:spcPts val="0"/>
              </a:spcAft>
              <a:buNone/>
            </a:pPr>
            <a:r>
              <a:rPr lang="en-US" sz="2400">
                <a:solidFill>
                  <a:schemeClr val="lt2"/>
                </a:solidFill>
                <a:latin typeface="IBM Plex Sans Light"/>
                <a:ea typeface="IBM Plex Sans Light"/>
                <a:cs typeface="IBM Plex Sans Light"/>
                <a:sym typeface="IBM Plex Sans Light"/>
              </a:rPr>
              <a:t>Dados básicos</a:t>
            </a:r>
            <a:endParaRPr/>
          </a:p>
          <a:p>
            <a:pPr indent="0" lvl="0" marL="0" marR="0" rtl="0" algn="l">
              <a:spcBef>
                <a:spcPts val="900"/>
              </a:spcBef>
              <a:spcAft>
                <a:spcPts val="0"/>
              </a:spcAft>
              <a:buNone/>
            </a:pPr>
            <a:r>
              <a:rPr lang="en-US" sz="2400">
                <a:solidFill>
                  <a:schemeClr val="lt2"/>
                </a:solidFill>
                <a:latin typeface="IBM Plex Sans Light"/>
                <a:ea typeface="IBM Plex Sans Light"/>
                <a:cs typeface="IBM Plex Sans Light"/>
                <a:sym typeface="IBM Plex Sans Light"/>
              </a:rPr>
              <a:t>Os prompts podem incluir dados básicos para fornecer contexto. Você pode usar dados básicos como uma técnica de engenharia de prompt para obter muitos dos benefícios do ajuste fino sem precisar treinar um modelo personalizado.</a:t>
            </a:r>
            <a:endParaRPr/>
          </a:p>
          <a:p>
            <a:pPr indent="0" lvl="0" marL="0" marR="0" rtl="0" algn="l">
              <a:spcBef>
                <a:spcPts val="0"/>
              </a:spcBef>
              <a:spcAft>
                <a:spcPts val="0"/>
              </a:spcAft>
              <a:buNone/>
            </a:pPr>
            <a:r>
              <a:rPr lang="en-US" sz="2400">
                <a:solidFill>
                  <a:schemeClr val="lt2"/>
                </a:solidFill>
                <a:latin typeface="IBM Plex Sans Light"/>
                <a:ea typeface="IBM Plex Sans Light"/>
                <a:cs typeface="IBM Plex Sans Light"/>
                <a:sym typeface="IBM Plex Sans Light"/>
              </a:rPr>
              <a:t>Para aplicar essa técnica, inclua dados contextuais no prompt para que o modelo possa usá-los para gerar uma saída apropriada. Por exemplo, suponha que você queira usar um LLM para gerar um resumo de um email. Você pode incluir o texto do email no prompt com uma instrução para resumi-lo.</a:t>
            </a:r>
            <a:endParaRPr/>
          </a:p>
          <a:p>
            <a:pPr indent="0" lvl="0" marL="0" marR="0" rtl="0" algn="l">
              <a:spcBef>
                <a:spcPts val="1200"/>
              </a:spcBef>
              <a:spcAft>
                <a:spcPts val="0"/>
              </a:spcAft>
              <a:buNone/>
            </a:pPr>
            <a:r>
              <a:t/>
            </a:r>
            <a:endParaRPr b="1" sz="2400">
              <a:solidFill>
                <a:schemeClr val="lt1"/>
              </a:solidFill>
              <a:latin typeface="IBM Plex Sans Light"/>
              <a:ea typeface="IBM Plex Sans Light"/>
              <a:cs typeface="IBM Plex Sans Light"/>
              <a:sym typeface="IBM Plex Sans Light"/>
            </a:endParaRPr>
          </a:p>
        </p:txBody>
      </p:sp>
      <p:sp>
        <p:nvSpPr>
          <p:cNvPr id="448" name="Google Shape;448;p8"/>
          <p:cNvSpPr txBox="1"/>
          <p:nvPr>
            <p:ph type="title"/>
          </p:nvPr>
        </p:nvSpPr>
        <p:spPr>
          <a:xfrm>
            <a:off x="576071" y="385200"/>
            <a:ext cx="20375615"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600"/>
              <a:buFont typeface="IBM Plex Sans Light"/>
              <a:buNone/>
            </a:pPr>
            <a:r>
              <a:rPr b="1" lang="en-US" sz="6600"/>
              <a:t>Aprimore as respostas de IA generativa com a engenharia de prompts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9"/>
          <p:cNvSpPr txBox="1"/>
          <p:nvPr/>
        </p:nvSpPr>
        <p:spPr>
          <a:xfrm>
            <a:off x="576187" y="480705"/>
            <a:ext cx="15495083" cy="1525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IBM Plex Sans Light"/>
              <a:buNone/>
            </a:pPr>
            <a:r>
              <a:rPr b="0" i="0" lang="en-US" sz="4400" u="none" cap="none" strike="noStrike">
                <a:solidFill>
                  <a:srgbClr val="000000"/>
                </a:solidFill>
                <a:latin typeface="IBM Plex Sans Light"/>
                <a:ea typeface="IBM Plex Sans Light"/>
                <a:cs typeface="IBM Plex Sans Light"/>
                <a:sym typeface="IBM Plex Sans Light"/>
              </a:rPr>
              <a:t>Casos de usos para IA Generativa com </a:t>
            </a:r>
            <a:r>
              <a:rPr b="1" i="0" lang="en-US" sz="4400" u="none" cap="none" strike="noStrike">
                <a:solidFill>
                  <a:schemeClr val="lt2"/>
                </a:solidFill>
                <a:latin typeface="IBM Plex Sans"/>
                <a:ea typeface="IBM Plex Sans"/>
                <a:cs typeface="IBM Plex Sans"/>
                <a:sym typeface="IBM Plex Sans"/>
              </a:rPr>
              <a:t>watson</a:t>
            </a:r>
            <a:r>
              <a:rPr b="1" i="0" lang="en-US" sz="4400" u="none" cap="none" strike="noStrike">
                <a:solidFill>
                  <a:srgbClr val="0F62FE"/>
                </a:solidFill>
                <a:latin typeface="IBM Plex Sans"/>
                <a:ea typeface="IBM Plex Sans"/>
                <a:cs typeface="IBM Plex Sans"/>
                <a:sym typeface="IBM Plex Sans"/>
              </a:rPr>
              <a:t>x</a:t>
            </a:r>
            <a:r>
              <a:rPr b="1" i="0" lang="en-US" sz="4400" u="none" cap="none" strike="noStrike">
                <a:solidFill>
                  <a:schemeClr val="lt1"/>
                </a:solidFill>
                <a:latin typeface="IBM Plex Sans"/>
                <a:ea typeface="IBM Plex Sans"/>
                <a:cs typeface="IBM Plex Sans"/>
                <a:sym typeface="IBM Plex Sans"/>
              </a:rPr>
              <a:t>.</a:t>
            </a:r>
            <a:r>
              <a:rPr b="0" i="0" lang="en-US" sz="4400" u="none" cap="none" strike="noStrike">
                <a:solidFill>
                  <a:schemeClr val="lt1"/>
                </a:solidFill>
                <a:latin typeface="IBM Plex Sans"/>
                <a:ea typeface="IBM Plex Sans"/>
                <a:cs typeface="IBM Plex Sans"/>
                <a:sym typeface="IBM Plex Sans"/>
              </a:rPr>
              <a:t>ai</a:t>
            </a:r>
            <a:endParaRPr b="0" i="0" sz="4400" u="none" cap="none" strike="noStrike">
              <a:solidFill>
                <a:srgbClr val="000000"/>
              </a:solidFill>
              <a:latin typeface="IBM Plex Sans Light"/>
              <a:ea typeface="IBM Plex Sans Light"/>
              <a:cs typeface="IBM Plex Sans Light"/>
              <a:sym typeface="IBM Plex Sans Light"/>
            </a:endParaRPr>
          </a:p>
        </p:txBody>
      </p:sp>
      <p:grpSp>
        <p:nvGrpSpPr>
          <p:cNvPr id="454" name="Google Shape;454;p9"/>
          <p:cNvGrpSpPr/>
          <p:nvPr/>
        </p:nvGrpSpPr>
        <p:grpSpPr>
          <a:xfrm>
            <a:off x="6104657" y="3429335"/>
            <a:ext cx="12192152" cy="6857330"/>
            <a:chOff x="6096000" y="566928"/>
            <a:chExt cx="12193740" cy="11434572"/>
          </a:xfrm>
        </p:grpSpPr>
        <p:cxnSp>
          <p:nvCxnSpPr>
            <p:cNvPr id="455" name="Google Shape;455;p9"/>
            <p:cNvCxnSpPr/>
            <p:nvPr/>
          </p:nvCxnSpPr>
          <p:spPr>
            <a:xfrm>
              <a:off x="6096000" y="569913"/>
              <a:ext cx="0" cy="11431587"/>
            </a:xfrm>
            <a:prstGeom prst="straightConnector1">
              <a:avLst/>
            </a:prstGeom>
            <a:noFill/>
            <a:ln cap="flat" cmpd="sng" w="12700">
              <a:solidFill>
                <a:schemeClr val="lt1"/>
              </a:solidFill>
              <a:prstDash val="solid"/>
              <a:round/>
              <a:headEnd len="sm" w="sm" type="none"/>
              <a:tailEnd len="sm" w="sm" type="none"/>
            </a:ln>
          </p:spPr>
        </p:cxnSp>
        <p:cxnSp>
          <p:nvCxnSpPr>
            <p:cNvPr id="456" name="Google Shape;456;p9"/>
            <p:cNvCxnSpPr/>
            <p:nvPr/>
          </p:nvCxnSpPr>
          <p:spPr>
            <a:xfrm>
              <a:off x="12187680" y="566928"/>
              <a:ext cx="0" cy="11431586"/>
            </a:xfrm>
            <a:prstGeom prst="straightConnector1">
              <a:avLst/>
            </a:prstGeom>
            <a:noFill/>
            <a:ln cap="flat" cmpd="sng" w="12700">
              <a:solidFill>
                <a:schemeClr val="lt1"/>
              </a:solidFill>
              <a:prstDash val="solid"/>
              <a:round/>
              <a:headEnd len="sm" w="sm" type="none"/>
              <a:tailEnd len="sm" w="sm" type="none"/>
            </a:ln>
          </p:spPr>
        </p:cxnSp>
        <p:cxnSp>
          <p:nvCxnSpPr>
            <p:cNvPr id="457" name="Google Shape;457;p9"/>
            <p:cNvCxnSpPr/>
            <p:nvPr/>
          </p:nvCxnSpPr>
          <p:spPr>
            <a:xfrm>
              <a:off x="18289740" y="566928"/>
              <a:ext cx="0" cy="11431586"/>
            </a:xfrm>
            <a:prstGeom prst="straightConnector1">
              <a:avLst/>
            </a:prstGeom>
            <a:noFill/>
            <a:ln cap="flat" cmpd="sng" w="12700">
              <a:solidFill>
                <a:schemeClr val="lt1"/>
              </a:solidFill>
              <a:prstDash val="solid"/>
              <a:round/>
              <a:headEnd len="sm" w="sm" type="none"/>
              <a:tailEnd len="sm" w="sm" type="none"/>
            </a:ln>
          </p:spPr>
        </p:cxnSp>
      </p:grpSp>
      <p:sp>
        <p:nvSpPr>
          <p:cNvPr id="458" name="Google Shape;458;p9"/>
          <p:cNvSpPr txBox="1"/>
          <p:nvPr/>
        </p:nvSpPr>
        <p:spPr>
          <a:xfrm>
            <a:off x="584049" y="3365650"/>
            <a:ext cx="4937760" cy="3692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800">
                <a:solidFill>
                  <a:srgbClr val="0F62FE"/>
                </a:solidFill>
                <a:latin typeface="IBM Plex Sans Light"/>
                <a:ea typeface="IBM Plex Sans Light"/>
                <a:cs typeface="IBM Plex Sans Light"/>
                <a:sym typeface="IBM Plex Sans Light"/>
              </a:rPr>
              <a:t>Linguagem Natural</a:t>
            </a:r>
            <a:endParaRPr sz="2800">
              <a:solidFill>
                <a:srgbClr val="0F62FE"/>
              </a:solidFill>
              <a:latin typeface="IBM Plex Sans Light"/>
              <a:ea typeface="IBM Plex Sans Light"/>
              <a:cs typeface="IBM Plex Sans Light"/>
              <a:sym typeface="IBM Plex Sans Light"/>
            </a:endParaRPr>
          </a:p>
        </p:txBody>
      </p:sp>
      <p:sp>
        <p:nvSpPr>
          <p:cNvPr id="459" name="Google Shape;459;p9"/>
          <p:cNvSpPr txBox="1"/>
          <p:nvPr/>
        </p:nvSpPr>
        <p:spPr>
          <a:xfrm>
            <a:off x="6676080" y="3365650"/>
            <a:ext cx="4937760" cy="3692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800">
                <a:solidFill>
                  <a:srgbClr val="0F62FE"/>
                </a:solidFill>
                <a:latin typeface="IBM Plex Sans Light"/>
                <a:ea typeface="IBM Plex Sans Light"/>
                <a:cs typeface="IBM Plex Sans Light"/>
                <a:sym typeface="IBM Plex Sans Light"/>
              </a:rPr>
              <a:t>Code</a:t>
            </a:r>
            <a:endParaRPr/>
          </a:p>
        </p:txBody>
      </p:sp>
      <p:sp>
        <p:nvSpPr>
          <p:cNvPr id="460" name="Google Shape;460;p9"/>
          <p:cNvSpPr txBox="1"/>
          <p:nvPr/>
        </p:nvSpPr>
        <p:spPr>
          <a:xfrm>
            <a:off x="12778906" y="3365650"/>
            <a:ext cx="4937760" cy="3692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800">
                <a:solidFill>
                  <a:srgbClr val="0F62FE"/>
                </a:solidFill>
                <a:latin typeface="IBM Plex Sans Light"/>
                <a:ea typeface="IBM Plex Sans Light"/>
                <a:cs typeface="IBM Plex Sans Light"/>
                <a:sym typeface="IBM Plex Sans Light"/>
              </a:rPr>
              <a:t>Speech</a:t>
            </a:r>
            <a:endParaRPr/>
          </a:p>
        </p:txBody>
      </p:sp>
      <p:sp>
        <p:nvSpPr>
          <p:cNvPr id="461" name="Google Shape;461;p9"/>
          <p:cNvSpPr txBox="1"/>
          <p:nvPr/>
        </p:nvSpPr>
        <p:spPr>
          <a:xfrm>
            <a:off x="18848720" y="3365650"/>
            <a:ext cx="4937760" cy="3692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800">
                <a:solidFill>
                  <a:srgbClr val="0F62FE"/>
                </a:solidFill>
                <a:latin typeface="IBM Plex Sans Light"/>
                <a:ea typeface="IBM Plex Sans Light"/>
                <a:cs typeface="IBM Plex Sans Light"/>
                <a:sym typeface="IBM Plex Sans Light"/>
              </a:rPr>
              <a:t>Vison* </a:t>
            </a:r>
            <a:endParaRPr/>
          </a:p>
        </p:txBody>
      </p:sp>
      <p:sp>
        <p:nvSpPr>
          <p:cNvPr id="462" name="Google Shape;462;p9"/>
          <p:cNvSpPr txBox="1"/>
          <p:nvPr/>
        </p:nvSpPr>
        <p:spPr>
          <a:xfrm>
            <a:off x="581512" y="4150205"/>
            <a:ext cx="4713616" cy="467634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Writing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Summarization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a:t>
            </a:r>
            <a:r>
              <a:rPr b="1" i="0" lang="en-US" sz="2800" u="none" cap="none" strike="noStrike">
                <a:solidFill>
                  <a:srgbClr val="3A3F42"/>
                </a:solidFill>
                <a:highlight>
                  <a:srgbClr val="FFFFFF"/>
                </a:highlight>
                <a:latin typeface="Arial"/>
                <a:ea typeface="Arial"/>
                <a:cs typeface="Arial"/>
                <a:sym typeface="Arial"/>
              </a:rPr>
              <a:t>Classification</a:t>
            </a:r>
            <a:r>
              <a:rPr b="0" i="0" lang="en-US" sz="2800" u="none" cap="none" strike="noStrike">
                <a:solidFill>
                  <a:srgbClr val="3A3F42"/>
                </a:solidFill>
                <a:highlight>
                  <a:srgbClr val="FFFFFF"/>
                </a:highlight>
                <a:latin typeface="Arial"/>
                <a:ea typeface="Arial"/>
                <a:cs typeface="Arial"/>
                <a:sym typeface="Arial"/>
              </a:rPr>
              <a:t>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Sentiment analysis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Extraction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Chat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Search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p:txBody>
      </p:sp>
      <p:sp>
        <p:nvSpPr>
          <p:cNvPr id="463" name="Google Shape;463;p9"/>
          <p:cNvSpPr txBox="1"/>
          <p:nvPr/>
        </p:nvSpPr>
        <p:spPr>
          <a:xfrm>
            <a:off x="6692379" y="4150205"/>
            <a:ext cx="4802827" cy="185711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Code generation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Code completion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Code conversion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p:txBody>
      </p:sp>
      <p:sp>
        <p:nvSpPr>
          <p:cNvPr id="464" name="Google Shape;464;p9"/>
          <p:cNvSpPr txBox="1"/>
          <p:nvPr/>
        </p:nvSpPr>
        <p:spPr>
          <a:xfrm>
            <a:off x="12780945" y="4150205"/>
            <a:ext cx="5137362" cy="1152303"/>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Speech to text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Text to speech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p:txBody>
      </p:sp>
      <p:sp>
        <p:nvSpPr>
          <p:cNvPr id="465" name="Google Shape;465;p9"/>
          <p:cNvSpPr txBox="1"/>
          <p:nvPr/>
        </p:nvSpPr>
        <p:spPr>
          <a:xfrm>
            <a:off x="18869512" y="4150205"/>
            <a:ext cx="4645496" cy="397153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Image generation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Image editing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Captioning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Image Q&amp;A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Image search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a:p>
            <a:pPr indent="0" lvl="0" marL="0" marR="0" rtl="0" algn="l">
              <a:lnSpc>
                <a:spcPct val="110000"/>
              </a:lnSpc>
              <a:spcBef>
                <a:spcPts val="1800"/>
              </a:spcBef>
              <a:spcAft>
                <a:spcPts val="0"/>
              </a:spcAft>
              <a:buClr>
                <a:srgbClr val="3A3F42"/>
              </a:buClr>
              <a:buSzPts val="2800"/>
              <a:buFont typeface="Arial"/>
              <a:buNone/>
            </a:pPr>
            <a:r>
              <a:rPr b="0" i="0" lang="en-US" sz="2800" u="none" cap="none" strike="noStrike">
                <a:solidFill>
                  <a:srgbClr val="3A3F42"/>
                </a:solidFill>
                <a:highlight>
                  <a:srgbClr val="FFFFFF"/>
                </a:highlight>
                <a:latin typeface="Arial"/>
                <a:ea typeface="Arial"/>
                <a:cs typeface="Arial"/>
                <a:sym typeface="Arial"/>
              </a:rPr>
              <a:t>●  Video descriptions </a:t>
            </a:r>
            <a:endParaRPr b="0" i="0" sz="2800" u="none" cap="none" strike="noStrike">
              <a:solidFill>
                <a:schemeClr val="lt1"/>
              </a:solidFill>
              <a:highlight>
                <a:srgbClr val="FFFFFF"/>
              </a:highlight>
              <a:latin typeface="IBM Plex Sans Light"/>
              <a:ea typeface="IBM Plex Sans Light"/>
              <a:cs typeface="IBM Plex Sans Light"/>
              <a:sym typeface="IBM Plex Sans Light"/>
            </a:endParaRPr>
          </a:p>
        </p:txBody>
      </p:sp>
      <p:sp>
        <p:nvSpPr>
          <p:cNvPr id="466" name="Google Shape;466;p9"/>
          <p:cNvSpPr txBox="1"/>
          <p:nvPr/>
        </p:nvSpPr>
        <p:spPr>
          <a:xfrm>
            <a:off x="6656720" y="12472206"/>
            <a:ext cx="12192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0F62FE"/>
                </a:solidFill>
                <a:latin typeface="IBM Plex Sans Light"/>
                <a:ea typeface="IBM Plex Sans Light"/>
                <a:cs typeface="IBM Plex Sans Light"/>
                <a:sym typeface="IBM Plex Sans Light"/>
              </a:rPr>
              <a:t>* Com modelos de terceiros </a:t>
            </a:r>
            <a:endParaRPr/>
          </a:p>
        </p:txBody>
      </p:sp>
      <p:sp>
        <p:nvSpPr>
          <p:cNvPr id="467" name="Google Shape;467;p9"/>
          <p:cNvSpPr txBox="1"/>
          <p:nvPr/>
        </p:nvSpPr>
        <p:spPr>
          <a:xfrm>
            <a:off x="277090" y="5357925"/>
            <a:ext cx="3740727" cy="932037"/>
          </a:xfrm>
          <a:prstGeom prst="rect">
            <a:avLst/>
          </a:prstGeom>
          <a:noFill/>
          <a:ln cap="flat" cmpd="sng" w="63500">
            <a:solidFill>
              <a:schemeClr val="accent1"/>
            </a:solidFill>
            <a:prstDash val="solid"/>
            <a:miter lim="4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lt1"/>
              </a:solidFill>
              <a:latin typeface="IBM Plex Sans Light"/>
              <a:ea typeface="IBM Plex Sans Light"/>
              <a:cs typeface="IBM Plex Sans Light"/>
              <a:sym typeface="IBM Plex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
          <p:cNvSpPr txBox="1"/>
          <p:nvPr/>
        </p:nvSpPr>
        <p:spPr>
          <a:xfrm>
            <a:off x="882386" y="1912248"/>
            <a:ext cx="21780236" cy="202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IBM Plex Sans Light"/>
              <a:buNone/>
            </a:pPr>
            <a:r>
              <a:rPr b="0" i="0" lang="en-US" sz="2800" u="none" cap="none" strike="noStrike">
                <a:solidFill>
                  <a:schemeClr val="lt1"/>
                </a:solidFill>
                <a:latin typeface="IBM Plex Sans Light"/>
                <a:ea typeface="IBM Plex Sans Light"/>
                <a:cs typeface="IBM Plex Sans Light"/>
                <a:sym typeface="IBM Plex Sans Light"/>
              </a:rPr>
              <a:t>Watsonx.ai é o novo Studio para trabalhar com modelos de AI.  É uma plataforma baseada em nuvem oferecida pela IBM que permite que cientistas de dados, desenvolvedores e usuários de negócios colaborem e trabalhem juntos para construir, treinar e implementar inteligência artificial (IA) e modelos de aprendizado de máquina. Ele fornece um ambiente unificado para preparação de dados, desenvolvimento e implantação de modelos, tudo em uma única plataforma.</a:t>
            </a:r>
            <a:endParaRPr/>
          </a:p>
        </p:txBody>
      </p:sp>
      <p:sp>
        <p:nvSpPr>
          <p:cNvPr id="474" name="Google Shape;474;p10"/>
          <p:cNvSpPr txBox="1"/>
          <p:nvPr>
            <p:ph type="title"/>
          </p:nvPr>
        </p:nvSpPr>
        <p:spPr>
          <a:xfrm>
            <a:off x="576072" y="385200"/>
            <a:ext cx="9835510"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a:t>
            </a:r>
            <a:endParaRPr/>
          </a:p>
        </p:txBody>
      </p:sp>
      <p:pic>
        <p:nvPicPr>
          <p:cNvPr id="475" name="Google Shape;475;p10"/>
          <p:cNvPicPr preferRelativeResize="0"/>
          <p:nvPr/>
        </p:nvPicPr>
        <p:blipFill rotWithShape="1">
          <a:blip r:embed="rId3">
            <a:alphaModFix/>
          </a:blip>
          <a:srcRect b="0" l="0" r="0" t="0"/>
          <a:stretch/>
        </p:blipFill>
        <p:spPr>
          <a:xfrm>
            <a:off x="312382" y="4499679"/>
            <a:ext cx="23762409" cy="7304073"/>
          </a:xfrm>
          <a:prstGeom prst="rect">
            <a:avLst/>
          </a:prstGeom>
          <a:noFill/>
          <a:ln>
            <a:noFill/>
          </a:ln>
        </p:spPr>
      </p:pic>
      <p:sp>
        <p:nvSpPr>
          <p:cNvPr id="476" name="Google Shape;476;p10"/>
          <p:cNvSpPr txBox="1"/>
          <p:nvPr/>
        </p:nvSpPr>
        <p:spPr>
          <a:xfrm>
            <a:off x="8118763" y="8534399"/>
            <a:ext cx="5458691" cy="3574473"/>
          </a:xfrm>
          <a:prstGeom prst="rect">
            <a:avLst/>
          </a:prstGeom>
          <a:noFill/>
          <a:ln cap="flat" cmpd="sng" w="50800">
            <a:solidFill>
              <a:srgbClr val="0D62FE"/>
            </a:solidFill>
            <a:prstDash val="solid"/>
            <a:miter lim="4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2400">
              <a:solidFill>
                <a:schemeClr val="lt1"/>
              </a:solidFill>
              <a:latin typeface="IBM Plex Sans Light"/>
              <a:ea typeface="IBM Plex Sans Light"/>
              <a:cs typeface="IBM Plex Sans Light"/>
              <a:sym typeface="IBM Plex Sans Light"/>
            </a:endParaRPr>
          </a:p>
        </p:txBody>
      </p:sp>
      <p:cxnSp>
        <p:nvCxnSpPr>
          <p:cNvPr id="477" name="Google Shape;477;p10"/>
          <p:cNvCxnSpPr/>
          <p:nvPr/>
        </p:nvCxnSpPr>
        <p:spPr>
          <a:xfrm>
            <a:off x="6816436" y="7121236"/>
            <a:ext cx="1302327" cy="1052946"/>
          </a:xfrm>
          <a:prstGeom prst="straightConnector1">
            <a:avLst/>
          </a:prstGeom>
          <a:noFill/>
          <a:ln cap="flat" cmpd="sng" w="12700">
            <a:solidFill>
              <a:schemeClr val="lt1"/>
            </a:solidFill>
            <a:prstDash val="solid"/>
            <a:round/>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1"/>
          <p:cNvSpPr txBox="1"/>
          <p:nvPr>
            <p:ph type="title"/>
          </p:nvPr>
        </p:nvSpPr>
        <p:spPr>
          <a:xfrm>
            <a:off x="576072" y="385200"/>
            <a:ext cx="9835510"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a:t>
            </a:r>
            <a:endParaRPr/>
          </a:p>
        </p:txBody>
      </p:sp>
      <p:pic>
        <p:nvPicPr>
          <p:cNvPr id="484" name="Google Shape;484;p11"/>
          <p:cNvPicPr preferRelativeResize="0"/>
          <p:nvPr/>
        </p:nvPicPr>
        <p:blipFill rotWithShape="1">
          <a:blip r:embed="rId3">
            <a:alphaModFix/>
          </a:blip>
          <a:srcRect b="0" l="0" r="0" t="0"/>
          <a:stretch/>
        </p:blipFill>
        <p:spPr>
          <a:xfrm>
            <a:off x="1594859" y="1623629"/>
            <a:ext cx="21197455" cy="117071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2"/>
          <p:cNvSpPr txBox="1"/>
          <p:nvPr/>
        </p:nvSpPr>
        <p:spPr>
          <a:xfrm>
            <a:off x="577586" y="4136300"/>
            <a:ext cx="4265542" cy="1525588"/>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3600"/>
              <a:buFont typeface="IBM Plex Sans Light"/>
              <a:buNone/>
            </a:pPr>
            <a:r>
              <a:rPr b="0" i="0" lang="en-US" sz="3600" u="none" cap="none" strike="noStrike">
                <a:solidFill>
                  <a:schemeClr val="lt1"/>
                </a:solidFill>
                <a:latin typeface="IBM Plex Sans Light"/>
                <a:ea typeface="IBM Plex Sans Light"/>
                <a:cs typeface="IBM Plex Sans Light"/>
                <a:sym typeface="IBM Plex Sans Light"/>
              </a:rPr>
              <a:t>Construtor de prompts interativos</a:t>
            </a:r>
            <a:endParaRPr b="0" i="0" sz="3600" u="none" cap="none" strike="noStrike">
              <a:solidFill>
                <a:schemeClr val="lt1"/>
              </a:solidFill>
              <a:latin typeface="IBM Plex Sans Light"/>
              <a:ea typeface="IBM Plex Sans Light"/>
              <a:cs typeface="IBM Plex Sans Light"/>
              <a:sym typeface="IBM Plex Sans Light"/>
            </a:endParaRPr>
          </a:p>
        </p:txBody>
      </p:sp>
      <p:sp>
        <p:nvSpPr>
          <p:cNvPr id="491" name="Google Shape;491;p12"/>
          <p:cNvSpPr txBox="1"/>
          <p:nvPr/>
        </p:nvSpPr>
        <p:spPr>
          <a:xfrm>
            <a:off x="577587" y="5909625"/>
            <a:ext cx="4782532" cy="64903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IBM Plex Sans Light"/>
              <a:buNone/>
            </a:pPr>
            <a:r>
              <a:rPr b="0" i="0" lang="en-US" sz="2800" u="none" cap="none" strike="noStrike">
                <a:solidFill>
                  <a:schemeClr val="lt1"/>
                </a:solidFill>
                <a:latin typeface="IBM Plex Sans Light"/>
                <a:ea typeface="IBM Plex Sans Light"/>
                <a:cs typeface="IBM Plex Sans Light"/>
                <a:sym typeface="IBM Plex Sans Light"/>
              </a:rPr>
              <a:t>Inclui exemplos de prompt para vários casos de uso e tarefas </a:t>
            </a:r>
            <a:br>
              <a:rPr b="0" i="0" lang="en-US" sz="2800" u="none" cap="none" strike="noStrike">
                <a:solidFill>
                  <a:schemeClr val="lt1"/>
                </a:solidFill>
                <a:latin typeface="IBM Plex Sans Light"/>
                <a:ea typeface="IBM Plex Sans Light"/>
                <a:cs typeface="IBM Plex Sans Light"/>
                <a:sym typeface="IBM Plex Sans Light"/>
              </a:rPr>
            </a:br>
            <a:r>
              <a:rPr b="0" i="0" lang="en-US" sz="2800" u="none" cap="none" strike="noStrike">
                <a:solidFill>
                  <a:schemeClr val="lt1"/>
                </a:solidFill>
                <a:latin typeface="IBM Plex Sans Light"/>
                <a:ea typeface="IBM Plex Sans Light"/>
                <a:cs typeface="IBM Plex Sans Light"/>
                <a:sym typeface="IBM Plex Sans Light"/>
              </a:rPr>
              <a:t>Experimente diferentes prompts, salve e reutilize prompts mais antigos, use modelos diferentes e varie diferentes parâmetros  </a:t>
            </a:r>
            <a:br>
              <a:rPr b="0" i="0" lang="en-US" sz="2800" u="none" cap="none" strike="noStrike">
                <a:solidFill>
                  <a:schemeClr val="lt1"/>
                </a:solidFill>
                <a:latin typeface="IBM Plex Sans Light"/>
                <a:ea typeface="IBM Plex Sans Light"/>
                <a:cs typeface="IBM Plex Sans Light"/>
                <a:sym typeface="IBM Plex Sans Light"/>
              </a:rPr>
            </a:br>
            <a:r>
              <a:rPr b="0" i="0" lang="en-US" sz="2800" u="none" cap="none" strike="noStrike">
                <a:solidFill>
                  <a:schemeClr val="lt1"/>
                </a:solidFill>
                <a:latin typeface="IBM Plex Sans Light"/>
                <a:ea typeface="IBM Plex Sans Light"/>
                <a:cs typeface="IBM Plex Sans Light"/>
                <a:sym typeface="IBM Plex Sans Light"/>
              </a:rPr>
              <a:t>Experimente com solicitação de zero-shot, one-shot ou few-shot para obter os melhores resultados</a:t>
            </a:r>
            <a:endParaRPr b="0" i="0" sz="2800" u="none" cap="none" strike="noStrike">
              <a:solidFill>
                <a:schemeClr val="lt1"/>
              </a:solidFill>
              <a:latin typeface="IBM Plex Sans Light"/>
              <a:ea typeface="IBM Plex Sans Light"/>
              <a:cs typeface="IBM Plex Sans Light"/>
              <a:sym typeface="IBM Plex Sans Light"/>
            </a:endParaRPr>
          </a:p>
        </p:txBody>
      </p:sp>
      <p:sp>
        <p:nvSpPr>
          <p:cNvPr id="492" name="Google Shape;492;p12"/>
          <p:cNvSpPr txBox="1"/>
          <p:nvPr/>
        </p:nvSpPr>
        <p:spPr>
          <a:xfrm>
            <a:off x="5630563" y="4136300"/>
            <a:ext cx="4782532" cy="1525588"/>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3600"/>
              <a:buFont typeface="IBM Plex Sans Light"/>
              <a:buNone/>
            </a:pPr>
            <a:r>
              <a:rPr b="0" i="0" lang="en-US" sz="3600" u="none" cap="none" strike="noStrike">
                <a:solidFill>
                  <a:schemeClr val="lt1"/>
                </a:solidFill>
                <a:latin typeface="IBM Plex Sans Light"/>
                <a:ea typeface="IBM Plex Sans Light"/>
                <a:cs typeface="IBM Plex Sans Light"/>
                <a:sym typeface="IBM Plex Sans Light"/>
              </a:rPr>
              <a:t>Experimente a engenharia de prompt</a:t>
            </a:r>
            <a:endParaRPr/>
          </a:p>
        </p:txBody>
      </p:sp>
      <p:sp>
        <p:nvSpPr>
          <p:cNvPr id="493" name="Google Shape;493;p12"/>
          <p:cNvSpPr txBox="1"/>
          <p:nvPr/>
        </p:nvSpPr>
        <p:spPr>
          <a:xfrm>
            <a:off x="5630565" y="5909625"/>
            <a:ext cx="5199444" cy="6490374"/>
          </a:xfrm>
          <a:prstGeom prst="rect">
            <a:avLst/>
          </a:prstGeom>
          <a:noFill/>
          <a:ln>
            <a:noFill/>
          </a:ln>
        </p:spPr>
        <p:txBody>
          <a:bodyPr anchorCtr="0" anchor="t" bIns="45700" lIns="91425" spcFirstLastPara="1" rIns="91425" wrap="square" tIns="45700">
            <a:noAutofit/>
          </a:bodyPr>
          <a:lstStyle/>
          <a:p>
            <a:pPr indent="0" lvl="1" marL="22226" marR="0" rtl="0" algn="l">
              <a:lnSpc>
                <a:spcPct val="110000"/>
              </a:lnSpc>
              <a:spcBef>
                <a:spcPts val="0"/>
              </a:spcBef>
              <a:spcAft>
                <a:spcPts val="0"/>
              </a:spcAft>
              <a:buClr>
                <a:srgbClr val="000000"/>
              </a:buClr>
              <a:buSzPts val="2800"/>
              <a:buFont typeface="IBM Plex Sans Light"/>
              <a:buNone/>
            </a:pPr>
            <a:r>
              <a:rPr b="0" i="0" lang="en-US" sz="2800" u="none" cap="none" strike="noStrike">
                <a:solidFill>
                  <a:srgbClr val="000000"/>
                </a:solidFill>
                <a:latin typeface="IBM Plex Sans Light"/>
                <a:ea typeface="IBM Plex Sans Light"/>
                <a:cs typeface="IBM Plex Sans Light"/>
                <a:sym typeface="IBM Plex Sans Light"/>
              </a:rPr>
              <a:t>Escolha de modelos básicos a serem usados com base nos requisitos da tarefa</a:t>
            </a:r>
            <a:br>
              <a:rPr b="0" i="0" lang="en-US" sz="2800" u="none" cap="none" strike="noStrike">
                <a:solidFill>
                  <a:srgbClr val="000000"/>
                </a:solidFill>
                <a:latin typeface="IBM Plex Sans Light"/>
                <a:ea typeface="IBM Plex Sans Light"/>
                <a:cs typeface="IBM Plex Sans Light"/>
                <a:sym typeface="IBM Plex Sans Light"/>
              </a:rPr>
            </a:br>
            <a:r>
              <a:rPr b="0" i="0" lang="en-US" sz="2800" u="none" cap="none" strike="noStrike">
                <a:solidFill>
                  <a:srgbClr val="000000"/>
                </a:solidFill>
                <a:latin typeface="IBM Plex Sans Light"/>
                <a:ea typeface="IBM Plex Sans Light"/>
                <a:cs typeface="IBM Plex Sans Light"/>
                <a:sym typeface="IBM Plex Sans Light"/>
              </a:rPr>
              <a:t>Impedir que o modelo gere frases repetidas </a:t>
            </a:r>
            <a:br>
              <a:rPr b="0" i="0" lang="en-US" sz="2800" u="none" cap="none" strike="noStrike">
                <a:solidFill>
                  <a:srgbClr val="000000"/>
                </a:solidFill>
                <a:latin typeface="IBM Plex Sans Light"/>
                <a:ea typeface="IBM Plex Sans Light"/>
                <a:cs typeface="IBM Plex Sans Light"/>
                <a:sym typeface="IBM Plex Sans Light"/>
              </a:rPr>
            </a:br>
            <a:r>
              <a:rPr b="0" i="0" lang="en-US" sz="2800" u="none" cap="none" strike="noStrike">
                <a:solidFill>
                  <a:srgbClr val="000000"/>
                </a:solidFill>
                <a:latin typeface="IBM Plex Sans Light"/>
                <a:ea typeface="IBM Plex Sans Light"/>
                <a:cs typeface="IBM Plex Sans Light"/>
                <a:sym typeface="IBM Plex Sans Light"/>
              </a:rPr>
              <a:t>Número de novos tokens min e max na resposta </a:t>
            </a:r>
            <a:br>
              <a:rPr b="0" i="0" lang="en-US" sz="2800" u="none" cap="none" strike="noStrike">
                <a:solidFill>
                  <a:srgbClr val="000000"/>
                </a:solidFill>
                <a:latin typeface="IBM Plex Sans Light"/>
                <a:ea typeface="IBM Plex Sans Light"/>
                <a:cs typeface="IBM Plex Sans Light"/>
                <a:sym typeface="IBM Plex Sans Light"/>
              </a:rPr>
            </a:br>
            <a:r>
              <a:rPr b="0" i="0" lang="en-US" sz="2800" u="none" cap="none" strike="noStrike">
                <a:solidFill>
                  <a:srgbClr val="000000"/>
                </a:solidFill>
                <a:latin typeface="IBM Plex Sans Light"/>
                <a:ea typeface="IBM Plex Sans Light"/>
                <a:cs typeface="IBM Plex Sans Light"/>
                <a:sym typeface="IBM Plex Sans Light"/>
              </a:rPr>
              <a:t>Sequências de parada – especifica sequências cujas aparências devem parar o modelo</a:t>
            </a:r>
            <a:endParaRPr b="0" i="0" sz="2800" u="none" cap="none" strike="noStrike">
              <a:solidFill>
                <a:srgbClr val="000000"/>
              </a:solidFill>
              <a:latin typeface="IBM Plex Sans Light"/>
              <a:ea typeface="IBM Plex Sans Light"/>
              <a:cs typeface="IBM Plex Sans Light"/>
              <a:sym typeface="IBM Plex Sans Light"/>
            </a:endParaRPr>
          </a:p>
        </p:txBody>
      </p:sp>
      <p:pic>
        <p:nvPicPr>
          <p:cNvPr id="494" name="Google Shape;494;p12"/>
          <p:cNvPicPr preferRelativeResize="0"/>
          <p:nvPr/>
        </p:nvPicPr>
        <p:blipFill rotWithShape="1">
          <a:blip r:embed="rId3">
            <a:alphaModFix/>
          </a:blip>
          <a:srcRect b="0" l="0" r="0" t="0"/>
          <a:stretch/>
        </p:blipFill>
        <p:spPr>
          <a:xfrm>
            <a:off x="11153774" y="3039020"/>
            <a:ext cx="12896474" cy="9672356"/>
          </a:xfrm>
          <a:prstGeom prst="rect">
            <a:avLst/>
          </a:prstGeom>
          <a:noFill/>
          <a:ln cap="flat" cmpd="sng" w="9525">
            <a:solidFill>
              <a:srgbClr val="BFBFBF"/>
            </a:solidFill>
            <a:prstDash val="solid"/>
            <a:round/>
            <a:headEnd len="sm" w="sm" type="none"/>
            <a:tailEnd len="sm" w="sm" type="none"/>
          </a:ln>
        </p:spPr>
      </p:pic>
      <p:sp>
        <p:nvSpPr>
          <p:cNvPr id="495" name="Google Shape;495;p12"/>
          <p:cNvSpPr txBox="1"/>
          <p:nvPr/>
        </p:nvSpPr>
        <p:spPr>
          <a:xfrm>
            <a:off x="577585" y="2785126"/>
            <a:ext cx="7970992"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lt1"/>
                </a:solidFill>
                <a:latin typeface="IBM Plex Sans Light"/>
                <a:ea typeface="IBM Plex Sans Light"/>
                <a:cs typeface="IBM Plex Sans Light"/>
                <a:sym typeface="IBM Plex Sans Light"/>
              </a:rPr>
              <a:t>Experimente modelos de fundação e build prompts</a:t>
            </a:r>
            <a:endParaRPr/>
          </a:p>
        </p:txBody>
      </p:sp>
      <p:sp>
        <p:nvSpPr>
          <p:cNvPr id="496" name="Google Shape;496;p12"/>
          <p:cNvSpPr txBox="1"/>
          <p:nvPr>
            <p:ph type="title"/>
          </p:nvPr>
        </p:nvSpPr>
        <p:spPr>
          <a:xfrm>
            <a:off x="576072" y="385200"/>
            <a:ext cx="9835510"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a:t>
            </a:r>
            <a:r>
              <a:rPr lang="en-US">
                <a:solidFill>
                  <a:schemeClr val="lt1"/>
                </a:solidFill>
                <a:latin typeface="IBM Plex Sans Light"/>
                <a:ea typeface="IBM Plex Sans Light"/>
                <a:cs typeface="IBM Plex Sans Light"/>
                <a:sym typeface="IBM Plex Sans Light"/>
              </a:rPr>
              <a:t>: Prompt Lab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3"/>
          <p:cNvSpPr txBox="1"/>
          <p:nvPr/>
        </p:nvSpPr>
        <p:spPr>
          <a:xfrm>
            <a:off x="577587" y="3039019"/>
            <a:ext cx="4265541" cy="1525589"/>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3600"/>
              <a:buFont typeface="IBM Plex Sans Light"/>
              <a:buNone/>
            </a:pPr>
            <a:r>
              <a:rPr b="0" i="0" lang="en-US" sz="3600" u="none" cap="none" strike="noStrike">
                <a:solidFill>
                  <a:schemeClr val="lt1"/>
                </a:solidFill>
                <a:latin typeface="IBM Plex Sans Light"/>
                <a:ea typeface="IBM Plex Sans Light"/>
                <a:cs typeface="IBM Plex Sans Light"/>
                <a:sym typeface="IBM Plex Sans Light"/>
              </a:rPr>
              <a:t>Prompt tuning</a:t>
            </a:r>
            <a:endParaRPr/>
          </a:p>
        </p:txBody>
      </p:sp>
      <p:sp>
        <p:nvSpPr>
          <p:cNvPr id="503" name="Google Shape;503;p13"/>
          <p:cNvSpPr txBox="1"/>
          <p:nvPr/>
        </p:nvSpPr>
        <p:spPr>
          <a:xfrm>
            <a:off x="577587" y="4812347"/>
            <a:ext cx="4782533" cy="64903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IBM Plex Sans Light"/>
              <a:buNone/>
            </a:pPr>
            <a:r>
              <a:rPr b="0" i="0" lang="en-US" sz="2800" u="none" cap="none" strike="noStrike">
                <a:solidFill>
                  <a:schemeClr val="lt1"/>
                </a:solidFill>
                <a:latin typeface="IBM Plex Sans Light"/>
                <a:ea typeface="IBM Plex Sans Light"/>
                <a:cs typeface="IBM Plex Sans Light"/>
                <a:sym typeface="IBM Plex Sans Light"/>
              </a:rPr>
              <a:t>Maneira eficiente e de baixo custo de adaptar um modelo de base de IA para novas tarefas downstream</a:t>
            </a:r>
            <a:br>
              <a:rPr b="0" i="0" lang="en-US" sz="2800" u="none" cap="none" strike="noStrike">
                <a:solidFill>
                  <a:schemeClr val="lt1"/>
                </a:solidFill>
                <a:latin typeface="IBM Plex Sans Light"/>
                <a:ea typeface="IBM Plex Sans Light"/>
                <a:cs typeface="IBM Plex Sans Light"/>
                <a:sym typeface="IBM Plex Sans Light"/>
              </a:rPr>
            </a:br>
            <a:r>
              <a:rPr b="0" i="0" lang="en-US" sz="2800" u="none" cap="none" strike="noStrike">
                <a:solidFill>
                  <a:schemeClr val="lt1"/>
                </a:solidFill>
                <a:latin typeface="IBM Plex Sans Light"/>
                <a:ea typeface="IBM Plex Sans Light"/>
                <a:cs typeface="IBM Plex Sans Light"/>
                <a:sym typeface="IBM Plex Sans Light"/>
              </a:rPr>
              <a:t>Ajuste os prompts sem alterações no modelo base subjacente ou nos pesos </a:t>
            </a:r>
            <a:br>
              <a:rPr b="0" i="0" lang="en-US" sz="2800" u="none" cap="none" strike="noStrike">
                <a:solidFill>
                  <a:schemeClr val="lt1"/>
                </a:solidFill>
                <a:latin typeface="IBM Plex Sans Light"/>
                <a:ea typeface="IBM Plex Sans Light"/>
                <a:cs typeface="IBM Plex Sans Light"/>
                <a:sym typeface="IBM Plex Sans Light"/>
              </a:rPr>
            </a:br>
            <a:r>
              <a:rPr b="0" i="0" lang="en-US" sz="2800" u="none" cap="none" strike="noStrike">
                <a:solidFill>
                  <a:schemeClr val="lt1"/>
                </a:solidFill>
                <a:latin typeface="IBM Plex Sans Light"/>
                <a:ea typeface="IBM Plex Sans Light"/>
                <a:cs typeface="IBM Plex Sans Light"/>
                <a:sym typeface="IBM Plex Sans Light"/>
              </a:rPr>
              <a:t>Ao contrário da engenharia imediata, o prompt tuning permite que os clientes aprimorem ainda mais o modelo com dados comerciais focados</a:t>
            </a:r>
            <a:endParaRPr b="0" i="0" sz="2800" u="none" cap="none" strike="noStrike">
              <a:solidFill>
                <a:schemeClr val="lt1"/>
              </a:solidFill>
              <a:latin typeface="IBM Plex Sans Light"/>
              <a:ea typeface="IBM Plex Sans Light"/>
              <a:cs typeface="IBM Plex Sans Light"/>
              <a:sym typeface="IBM Plex Sans Light"/>
            </a:endParaRPr>
          </a:p>
        </p:txBody>
      </p:sp>
      <p:sp>
        <p:nvSpPr>
          <p:cNvPr id="504" name="Google Shape;504;p13"/>
          <p:cNvSpPr txBox="1"/>
          <p:nvPr/>
        </p:nvSpPr>
        <p:spPr>
          <a:xfrm>
            <a:off x="5630563" y="3039019"/>
            <a:ext cx="4782533" cy="1525589"/>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3600"/>
              <a:buFont typeface="IBM Plex Sans Light"/>
              <a:buNone/>
            </a:pPr>
            <a:r>
              <a:rPr b="0" i="0" lang="en-US" sz="3600" u="none" cap="none" strike="noStrike">
                <a:solidFill>
                  <a:schemeClr val="lt1"/>
                </a:solidFill>
                <a:latin typeface="IBM Plex Sans Light"/>
                <a:ea typeface="IBM Plex Sans Light"/>
                <a:cs typeface="IBM Plex Sans Light"/>
                <a:sym typeface="IBM Plex Sans Light"/>
              </a:rPr>
              <a:t>Task support in the Tuning Studio</a:t>
            </a:r>
            <a:endParaRPr/>
          </a:p>
        </p:txBody>
      </p:sp>
      <p:sp>
        <p:nvSpPr>
          <p:cNvPr id="505" name="Google Shape;505;p13"/>
          <p:cNvSpPr txBox="1"/>
          <p:nvPr/>
        </p:nvSpPr>
        <p:spPr>
          <a:xfrm>
            <a:off x="5630567" y="4812347"/>
            <a:ext cx="5055064" cy="6490373"/>
          </a:xfrm>
          <a:prstGeom prst="rect">
            <a:avLst/>
          </a:prstGeom>
          <a:noFill/>
          <a:ln>
            <a:noFill/>
          </a:ln>
        </p:spPr>
        <p:txBody>
          <a:bodyPr anchorCtr="0" anchor="t" bIns="45700" lIns="91425" spcFirstLastPara="1" rIns="91425" wrap="square" tIns="45700">
            <a:noAutofit/>
          </a:bodyPr>
          <a:lstStyle/>
          <a:p>
            <a:pPr indent="0" lvl="1" marL="22227" marR="0" rtl="0" algn="l">
              <a:lnSpc>
                <a:spcPct val="110000"/>
              </a:lnSpc>
              <a:spcBef>
                <a:spcPts val="0"/>
              </a:spcBef>
              <a:spcAft>
                <a:spcPts val="0"/>
              </a:spcAft>
              <a:buClr>
                <a:srgbClr val="000000"/>
              </a:buClr>
              <a:buSzPts val="2800"/>
              <a:buFont typeface="IBM Plex Sans Light"/>
              <a:buNone/>
            </a:pPr>
            <a:r>
              <a:rPr b="0" i="0" lang="en-US" sz="2800" u="none" cap="none" strike="noStrike">
                <a:solidFill>
                  <a:srgbClr val="000000"/>
                </a:solidFill>
                <a:latin typeface="IBM Plex Sans Light"/>
                <a:ea typeface="IBM Plex Sans Light"/>
                <a:cs typeface="IBM Plex Sans Light"/>
                <a:sym typeface="IBM Plex Sans Light"/>
              </a:rPr>
              <a:t>Os modelos suportam uma variedade de tarefas de linguagem: perguntas e respostas, gerar, extrair, resumir, classificar</a:t>
            </a:r>
            <a:br>
              <a:rPr b="0" i="0" lang="en-US" sz="2800" u="none" cap="none" strike="noStrike">
                <a:solidFill>
                  <a:srgbClr val="000000"/>
                </a:solidFill>
                <a:latin typeface="IBM Plex Sans Light"/>
                <a:ea typeface="IBM Plex Sans Light"/>
                <a:cs typeface="IBM Plex Sans Light"/>
                <a:sym typeface="IBM Plex Sans Light"/>
              </a:rPr>
            </a:br>
            <a:r>
              <a:rPr b="0" i="0" lang="en-US" sz="2800" u="none" cap="none" strike="noStrike">
                <a:solidFill>
                  <a:srgbClr val="000000"/>
                </a:solidFill>
                <a:latin typeface="IBM Plex Sans Light"/>
                <a:ea typeface="IBM Plex Sans Light"/>
                <a:cs typeface="IBM Plex Sans Light"/>
                <a:sym typeface="IBM Plex Sans Light"/>
              </a:rPr>
              <a:t>Requer um pequeno conjunto de dados rotulados para executar tarefas especializadas</a:t>
            </a:r>
            <a:br>
              <a:rPr b="0" i="0" lang="en-US" sz="2800" u="none" cap="none" strike="noStrike">
                <a:solidFill>
                  <a:srgbClr val="000000"/>
                </a:solidFill>
                <a:latin typeface="IBM Plex Sans Light"/>
                <a:ea typeface="IBM Plex Sans Light"/>
                <a:cs typeface="IBM Plex Sans Light"/>
                <a:sym typeface="IBM Plex Sans Light"/>
              </a:rPr>
            </a:br>
            <a:r>
              <a:rPr b="0" i="0" lang="en-US" sz="2800" u="none" cap="none" strike="noStrike">
                <a:solidFill>
                  <a:srgbClr val="000000"/>
                </a:solidFill>
                <a:latin typeface="IBM Plex Sans Light"/>
                <a:ea typeface="IBM Plex Sans Light"/>
                <a:cs typeface="IBM Plex Sans Light"/>
                <a:sym typeface="IBM Plex Sans Light"/>
              </a:rPr>
              <a:t>Pode alcançar resultados próximos ao ajuste fino sem modificação do modelo, a um custo menor de execução</a:t>
            </a:r>
            <a:endParaRPr b="0" i="0" sz="2800" u="none" cap="none" strike="noStrike">
              <a:solidFill>
                <a:srgbClr val="000000"/>
              </a:solidFill>
              <a:latin typeface="IBM Plex Sans Light"/>
              <a:ea typeface="IBM Plex Sans Light"/>
              <a:cs typeface="IBM Plex Sans Light"/>
              <a:sym typeface="IBM Plex Sans Light"/>
            </a:endParaRPr>
          </a:p>
        </p:txBody>
      </p:sp>
      <p:pic>
        <p:nvPicPr>
          <p:cNvPr id="506" name="Google Shape;506;p13"/>
          <p:cNvPicPr preferRelativeResize="0"/>
          <p:nvPr/>
        </p:nvPicPr>
        <p:blipFill rotWithShape="1">
          <a:blip r:embed="rId3">
            <a:alphaModFix/>
          </a:blip>
          <a:srcRect b="0" l="0" r="0" t="0"/>
          <a:stretch/>
        </p:blipFill>
        <p:spPr>
          <a:xfrm>
            <a:off x="11108055" y="3040226"/>
            <a:ext cx="12896472" cy="9691901"/>
          </a:xfrm>
          <a:prstGeom prst="rect">
            <a:avLst/>
          </a:prstGeom>
          <a:noFill/>
          <a:ln cap="flat" cmpd="sng" w="9525">
            <a:solidFill>
              <a:srgbClr val="BFBFBF"/>
            </a:solidFill>
            <a:prstDash val="solid"/>
            <a:round/>
            <a:headEnd len="sm" w="sm" type="none"/>
            <a:tailEnd len="sm" w="sm" type="none"/>
          </a:ln>
        </p:spPr>
      </p:pic>
      <p:sp>
        <p:nvSpPr>
          <p:cNvPr id="507" name="Google Shape;507;p13"/>
          <p:cNvSpPr txBox="1"/>
          <p:nvPr/>
        </p:nvSpPr>
        <p:spPr>
          <a:xfrm>
            <a:off x="12197339" y="12908420"/>
            <a:ext cx="10036587" cy="656655"/>
          </a:xfrm>
          <a:prstGeom prst="rect">
            <a:avLst/>
          </a:prstGeom>
          <a:noFill/>
          <a:ln>
            <a:noFill/>
          </a:ln>
        </p:spPr>
        <p:txBody>
          <a:bodyPr anchorCtr="0" anchor="t" bIns="121900" lIns="243825" spcFirstLastPara="1" rIns="243825" wrap="square" tIns="121900">
            <a:spAutoFit/>
          </a:bodyPr>
          <a:lstStyle/>
          <a:p>
            <a:pPr indent="0" lvl="0" marL="0" marR="0" rtl="0" algn="l">
              <a:spcBef>
                <a:spcPts val="0"/>
              </a:spcBef>
              <a:spcAft>
                <a:spcPts val="0"/>
              </a:spcAft>
              <a:buNone/>
            </a:pPr>
            <a:r>
              <a:rPr lang="en-US" sz="2667">
                <a:solidFill>
                  <a:schemeClr val="lt1"/>
                </a:solidFill>
                <a:latin typeface="IBM Plex Sans Light"/>
                <a:ea typeface="IBM Plex Sans Light"/>
                <a:cs typeface="IBM Plex Sans Light"/>
                <a:sym typeface="IBM Plex Sans Light"/>
              </a:rPr>
              <a:t>*Coming soon, available post-GA</a:t>
            </a:r>
            <a:endParaRPr sz="2667">
              <a:solidFill>
                <a:schemeClr val="lt1"/>
              </a:solidFill>
              <a:latin typeface="IBM Plex Sans Light"/>
              <a:ea typeface="IBM Plex Sans Light"/>
              <a:cs typeface="IBM Plex Sans Light"/>
              <a:sym typeface="IBM Plex Sans Light"/>
            </a:endParaRPr>
          </a:p>
        </p:txBody>
      </p:sp>
      <p:sp>
        <p:nvSpPr>
          <p:cNvPr id="508" name="Google Shape;508;p13"/>
          <p:cNvSpPr txBox="1"/>
          <p:nvPr>
            <p:ph type="title"/>
          </p:nvPr>
        </p:nvSpPr>
        <p:spPr>
          <a:xfrm>
            <a:off x="576072" y="385200"/>
            <a:ext cx="18429104"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a:t>
            </a:r>
            <a:r>
              <a:rPr lang="en-US">
                <a:solidFill>
                  <a:schemeClr val="lt1"/>
                </a:solidFill>
                <a:latin typeface="IBM Plex Sans Light"/>
                <a:ea typeface="IBM Plex Sans Light"/>
                <a:cs typeface="IBM Plex Sans Light"/>
                <a:sym typeface="IBM Plex Sans Light"/>
              </a:rPr>
              <a:t>: Tuning Studio*</a:t>
            </a:r>
            <a:br>
              <a:rPr lang="en-US">
                <a:solidFill>
                  <a:schemeClr val="lt1"/>
                </a:solidFill>
                <a:latin typeface="IBM Plex Sans Light"/>
                <a:ea typeface="IBM Plex Sans Light"/>
                <a:cs typeface="IBM Plex Sans Light"/>
                <a:sym typeface="IBM Plex Sans Light"/>
              </a:rPr>
            </a:br>
            <a:r>
              <a:rPr lang="en-US" sz="4400">
                <a:solidFill>
                  <a:schemeClr val="lt1"/>
                </a:solidFill>
                <a:latin typeface="IBM Plex Sans Light"/>
                <a:ea typeface="IBM Plex Sans Light"/>
                <a:cs typeface="IBM Plex Sans Light"/>
                <a:sym typeface="IBM Plex Sans Light"/>
              </a:rPr>
              <a:t>Ajuste seus modelos de fundação com dados rotulados</a:t>
            </a:r>
            <a:br>
              <a:rPr lang="en-US" sz="8000">
                <a:solidFill>
                  <a:schemeClr val="lt1"/>
                </a:solidFill>
                <a:latin typeface="IBM Plex Sans Light"/>
                <a:ea typeface="IBM Plex Sans Light"/>
                <a:cs typeface="IBM Plex Sans Light"/>
                <a:sym typeface="IBM Plex Sans Light"/>
              </a:rPr>
            </a:b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14"/>
          <p:cNvSpPr txBox="1"/>
          <p:nvPr/>
        </p:nvSpPr>
        <p:spPr>
          <a:xfrm>
            <a:off x="723278" y="5920550"/>
            <a:ext cx="12003855" cy="67425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4000"/>
              <a:buFont typeface="IBM Plex Sans Light"/>
              <a:buNone/>
            </a:pPr>
            <a:r>
              <a:rPr b="0" i="0" lang="en-US" sz="4000" u="none" cap="none" strike="noStrike">
                <a:solidFill>
                  <a:schemeClr val="lt1"/>
                </a:solidFill>
                <a:latin typeface="IBM Plex Sans Light"/>
                <a:ea typeface="IBM Plex Sans Light"/>
                <a:cs typeface="IBM Plex Sans Light"/>
                <a:sym typeface="IBM Plex Sans Light"/>
              </a:rPr>
              <a:t>Jupyter Notebook é um aplicativo da web poderoso e de código aberto que revolucionou a maneira como você codifica, analisa dados e compartilha seu trabalho. Quer você seja um cientista de dados, pesquisador, estudante ou programador amador, o Jupyter Notebook oferece um ambiente exclusivo e flexível que combina código, rich text, visualizações e elementos multimídia.</a:t>
            </a:r>
            <a:endParaRPr b="0" i="0" sz="4000" u="none" cap="none" strike="noStrike">
              <a:solidFill>
                <a:schemeClr val="lt1"/>
              </a:solidFill>
              <a:latin typeface="IBM Plex Sans Light"/>
              <a:ea typeface="IBM Plex Sans Light"/>
              <a:cs typeface="IBM Plex Sans Light"/>
              <a:sym typeface="IBM Plex Sans Light"/>
            </a:endParaRPr>
          </a:p>
        </p:txBody>
      </p:sp>
      <p:sp>
        <p:nvSpPr>
          <p:cNvPr id="515" name="Google Shape;515;p14"/>
          <p:cNvSpPr txBox="1"/>
          <p:nvPr/>
        </p:nvSpPr>
        <p:spPr>
          <a:xfrm>
            <a:off x="723278" y="2419314"/>
            <a:ext cx="11709440" cy="1525589"/>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5400"/>
              <a:buFont typeface="IBM Plex Sans Light"/>
              <a:buNone/>
            </a:pPr>
            <a:r>
              <a:rPr b="1" i="0" lang="en-US" sz="5400" u="none" cap="none" strike="noStrike">
                <a:solidFill>
                  <a:schemeClr val="lt1"/>
                </a:solidFill>
                <a:latin typeface="IBM Plex Sans Light"/>
                <a:ea typeface="IBM Plex Sans Light"/>
                <a:cs typeface="IBM Plex Sans Light"/>
                <a:sym typeface="IBM Plex Sans Light"/>
              </a:rPr>
              <a:t>Jupyter Notebook: Seu playground de codificação interativo</a:t>
            </a:r>
            <a:endParaRPr b="0" i="0" sz="5400" u="none" cap="none" strike="noStrike">
              <a:solidFill>
                <a:schemeClr val="lt1"/>
              </a:solidFill>
              <a:latin typeface="IBM Plex Sans Light"/>
              <a:ea typeface="IBM Plex Sans Light"/>
              <a:cs typeface="IBM Plex Sans Light"/>
              <a:sym typeface="IBM Plex Sans Light"/>
            </a:endParaRPr>
          </a:p>
        </p:txBody>
      </p:sp>
      <p:sp>
        <p:nvSpPr>
          <p:cNvPr id="516" name="Google Shape;516;p14"/>
          <p:cNvSpPr txBox="1"/>
          <p:nvPr>
            <p:ph type="title"/>
          </p:nvPr>
        </p:nvSpPr>
        <p:spPr>
          <a:xfrm>
            <a:off x="576072" y="385200"/>
            <a:ext cx="18429104"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Jupyter Notebook</a:t>
            </a:r>
            <a:endParaRPr/>
          </a:p>
        </p:txBody>
      </p:sp>
      <p:pic>
        <p:nvPicPr>
          <p:cNvPr id="517" name="Google Shape;517;p14"/>
          <p:cNvPicPr preferRelativeResize="0"/>
          <p:nvPr/>
        </p:nvPicPr>
        <p:blipFill rotWithShape="1">
          <a:blip r:embed="rId3">
            <a:alphaModFix/>
          </a:blip>
          <a:srcRect b="0" l="0" r="0" t="0"/>
          <a:stretch/>
        </p:blipFill>
        <p:spPr>
          <a:xfrm>
            <a:off x="14943998" y="1655790"/>
            <a:ext cx="9035418" cy="104044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5"/>
          <p:cNvSpPr txBox="1"/>
          <p:nvPr>
            <p:ph type="title"/>
          </p:nvPr>
        </p:nvSpPr>
        <p:spPr>
          <a:xfrm>
            <a:off x="753872" y="424140"/>
            <a:ext cx="13724128" cy="120346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a:t>
            </a:r>
            <a:r>
              <a:rPr lang="en-US">
                <a:solidFill>
                  <a:schemeClr val="lt1"/>
                </a:solidFill>
                <a:latin typeface="IBM Plex Sans Light"/>
                <a:ea typeface="IBM Plex Sans Light"/>
                <a:cs typeface="IBM Plex Sans Light"/>
                <a:sym typeface="IBM Plex Sans Light"/>
              </a:rPr>
              <a:t>: Notebook</a:t>
            </a:r>
            <a:endParaRPr/>
          </a:p>
        </p:txBody>
      </p:sp>
      <p:pic>
        <p:nvPicPr>
          <p:cNvPr descr="Interface gráfica do usuário, Texto, Aplicativo, Email&#10;&#10;Descrição gerada automaticamente" id="524" name="Google Shape;524;p15"/>
          <p:cNvPicPr preferRelativeResize="0"/>
          <p:nvPr/>
        </p:nvPicPr>
        <p:blipFill rotWithShape="1">
          <a:blip r:embed="rId3">
            <a:alphaModFix/>
          </a:blip>
          <a:srcRect b="0" l="0" r="0" t="0"/>
          <a:stretch/>
        </p:blipFill>
        <p:spPr>
          <a:xfrm>
            <a:off x="2534498" y="1627605"/>
            <a:ext cx="18431157" cy="10832346"/>
          </a:xfrm>
          <a:prstGeom prst="rect">
            <a:avLst/>
          </a:prstGeom>
          <a:noFill/>
          <a:ln>
            <a:noFill/>
          </a:ln>
        </p:spPr>
      </p:pic>
      <p:pic>
        <p:nvPicPr>
          <p:cNvPr descr="Interface gráfica do usuário, Texto, Aplicativo&#10;&#10;Descrição gerada automaticamente" id="525" name="Google Shape;525;p15"/>
          <p:cNvPicPr preferRelativeResize="0"/>
          <p:nvPr/>
        </p:nvPicPr>
        <p:blipFill rotWithShape="1">
          <a:blip r:embed="rId4">
            <a:alphaModFix/>
          </a:blip>
          <a:srcRect b="0" l="0" r="0" t="0"/>
          <a:stretch/>
        </p:blipFill>
        <p:spPr>
          <a:xfrm>
            <a:off x="2534497" y="1627605"/>
            <a:ext cx="18431157" cy="10832346"/>
          </a:xfrm>
          <a:prstGeom prst="rect">
            <a:avLst/>
          </a:prstGeom>
          <a:noFill/>
          <a:ln>
            <a:noFill/>
          </a:ln>
        </p:spPr>
      </p:pic>
      <p:pic>
        <p:nvPicPr>
          <p:cNvPr descr="Interface gráfica do usuário, Aplicativo&#10;&#10;Descrição gerada automaticamente" id="526" name="Google Shape;526;p15"/>
          <p:cNvPicPr preferRelativeResize="0"/>
          <p:nvPr/>
        </p:nvPicPr>
        <p:blipFill rotWithShape="1">
          <a:blip r:embed="rId5">
            <a:alphaModFix/>
          </a:blip>
          <a:srcRect b="0" l="0" r="0" t="0"/>
          <a:stretch/>
        </p:blipFill>
        <p:spPr>
          <a:xfrm>
            <a:off x="2534495" y="1627605"/>
            <a:ext cx="18431157" cy="10832346"/>
          </a:xfrm>
          <a:prstGeom prst="rect">
            <a:avLst/>
          </a:prstGeom>
          <a:noFill/>
          <a:ln>
            <a:noFill/>
          </a:ln>
        </p:spPr>
      </p:pic>
      <p:pic>
        <p:nvPicPr>
          <p:cNvPr id="527" name="Google Shape;527;p15"/>
          <p:cNvPicPr preferRelativeResize="0"/>
          <p:nvPr/>
        </p:nvPicPr>
        <p:blipFill rotWithShape="1">
          <a:blip r:embed="rId6">
            <a:alphaModFix/>
          </a:blip>
          <a:srcRect b="0" l="0" r="0" t="0"/>
          <a:stretch/>
        </p:blipFill>
        <p:spPr>
          <a:xfrm>
            <a:off x="2534493" y="1627605"/>
            <a:ext cx="18431157" cy="10900730"/>
          </a:xfrm>
          <a:prstGeom prst="rect">
            <a:avLst/>
          </a:prstGeom>
          <a:noFill/>
          <a:ln cap="flat" cmpd="sng" w="9525">
            <a:solidFill>
              <a:srgbClr val="BFBFBF"/>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2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descr="A screenshot of a computer program&#10;&#10;Description automatically generated" id="533" name="Google Shape;533;p16"/>
          <p:cNvPicPr preferRelativeResize="0"/>
          <p:nvPr/>
        </p:nvPicPr>
        <p:blipFill rotWithShape="1">
          <a:blip r:embed="rId3">
            <a:alphaModFix/>
          </a:blip>
          <a:srcRect b="0" l="0" r="0" t="0"/>
          <a:stretch/>
        </p:blipFill>
        <p:spPr>
          <a:xfrm>
            <a:off x="10947316" y="2764153"/>
            <a:ext cx="13439859" cy="8845956"/>
          </a:xfrm>
          <a:prstGeom prst="rect">
            <a:avLst/>
          </a:prstGeom>
          <a:noFill/>
          <a:ln>
            <a:noFill/>
          </a:ln>
        </p:spPr>
      </p:pic>
      <p:sp>
        <p:nvSpPr>
          <p:cNvPr id="534" name="Google Shape;534;p16"/>
          <p:cNvSpPr txBox="1"/>
          <p:nvPr/>
        </p:nvSpPr>
        <p:spPr>
          <a:xfrm>
            <a:off x="228865" y="1517244"/>
            <a:ext cx="10837485" cy="12503555"/>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3600"/>
              <a:buFont typeface="IBM Plex Sans Light"/>
              <a:buNone/>
            </a:pPr>
            <a:r>
              <a:rPr b="1" i="0" lang="en-US" sz="3600" u="none" cap="none" strike="noStrike">
                <a:solidFill>
                  <a:schemeClr val="lt1"/>
                </a:solidFill>
                <a:latin typeface="IBM Plex Sans Light"/>
                <a:ea typeface="IBM Plex Sans Light"/>
                <a:cs typeface="IBM Plex Sans Light"/>
                <a:sym typeface="IBM Plex Sans Light"/>
              </a:rPr>
              <a:t>O que torna o Jupyter Notebook especial?</a:t>
            </a:r>
            <a:endParaRPr/>
          </a:p>
          <a:p>
            <a:pPr indent="0" lvl="0" marL="0" marR="0" rtl="0" algn="l">
              <a:lnSpc>
                <a:spcPct val="110000"/>
              </a:lnSpc>
              <a:spcBef>
                <a:spcPts val="0"/>
              </a:spcBef>
              <a:spcAft>
                <a:spcPts val="0"/>
              </a:spcAft>
              <a:buClr>
                <a:schemeClr val="lt1"/>
              </a:buClr>
              <a:buSzPts val="2800"/>
              <a:buFont typeface="IBM Plex Sans Light"/>
              <a:buNone/>
            </a:pPr>
            <a:r>
              <a:t/>
            </a:r>
            <a:endParaRPr b="1" i="0" sz="2800" u="none" cap="none" strike="noStrike">
              <a:solidFill>
                <a:schemeClr val="lt1"/>
              </a:solidFill>
              <a:latin typeface="IBM Plex Sans Light"/>
              <a:ea typeface="IBM Plex Sans Light"/>
              <a:cs typeface="IBM Plex Sans Light"/>
              <a:sym typeface="IBM Plex Sans Light"/>
            </a:endParaRPr>
          </a:p>
          <a:p>
            <a:pPr indent="-457200" lvl="0" marL="457200" marR="0" rtl="0" algn="l">
              <a:lnSpc>
                <a:spcPct val="110000"/>
              </a:lnSpc>
              <a:spcBef>
                <a:spcPts val="0"/>
              </a:spcBef>
              <a:spcAft>
                <a:spcPts val="0"/>
              </a:spcAft>
              <a:buClr>
                <a:schemeClr val="lt1"/>
              </a:buClr>
              <a:buSzPts val="2800"/>
              <a:buFont typeface="Arial"/>
              <a:buChar char="•"/>
            </a:pPr>
            <a:r>
              <a:rPr b="1" i="0" lang="en-US" sz="2800" u="none" cap="none" strike="noStrike">
                <a:solidFill>
                  <a:schemeClr val="lt1"/>
                </a:solidFill>
                <a:latin typeface="IBM Plex Sans Light"/>
                <a:ea typeface="IBM Plex Sans Light"/>
                <a:cs typeface="IBM Plex Sans Light"/>
                <a:sym typeface="IBM Plex Sans Light"/>
              </a:rPr>
              <a:t>Células interativas: </a:t>
            </a:r>
            <a:r>
              <a:rPr b="0" i="0" lang="en-US" sz="2800" u="none" cap="none" strike="noStrike">
                <a:solidFill>
                  <a:schemeClr val="lt1"/>
                </a:solidFill>
                <a:latin typeface="IBM Plex Sans Light"/>
                <a:ea typeface="IBM Plex Sans Light"/>
                <a:cs typeface="IBM Plex Sans Light"/>
                <a:sym typeface="IBM Plex Sans Light"/>
              </a:rPr>
              <a:t>os documentos do Jupyter Notebook (também conhecidos como notebooks) são compostos de células. Você pode escrever e executar código em células individuais, facilitando o teste de pequenos trechos de código.</a:t>
            </a:r>
            <a:endParaRPr/>
          </a:p>
          <a:p>
            <a:pPr indent="-457200" lvl="0" marL="457200" marR="0" rtl="0" algn="l">
              <a:lnSpc>
                <a:spcPct val="110000"/>
              </a:lnSpc>
              <a:spcBef>
                <a:spcPts val="0"/>
              </a:spcBef>
              <a:spcAft>
                <a:spcPts val="0"/>
              </a:spcAft>
              <a:buClr>
                <a:schemeClr val="lt1"/>
              </a:buClr>
              <a:buSzPts val="2800"/>
              <a:buFont typeface="Arial"/>
              <a:buChar char="•"/>
            </a:pPr>
            <a:r>
              <a:rPr b="1" i="0" lang="en-US" sz="2800" u="none" cap="none" strike="noStrike">
                <a:solidFill>
                  <a:schemeClr val="lt1"/>
                </a:solidFill>
                <a:latin typeface="IBM Plex Sans Light"/>
                <a:ea typeface="IBM Plex Sans Light"/>
                <a:cs typeface="IBM Plex Sans Light"/>
                <a:sym typeface="IBM Plex Sans Light"/>
              </a:rPr>
              <a:t>Várias linguagens: </a:t>
            </a:r>
            <a:r>
              <a:rPr b="0" i="0" lang="en-US" sz="2800" u="none" cap="none" strike="noStrike">
                <a:solidFill>
                  <a:schemeClr val="lt1"/>
                </a:solidFill>
                <a:latin typeface="IBM Plex Sans Light"/>
                <a:ea typeface="IBM Plex Sans Light"/>
                <a:cs typeface="IBM Plex Sans Light"/>
                <a:sym typeface="IBM Plex Sans Light"/>
              </a:rPr>
              <a:t>embora Python seja a linguagem mais popular para Jupyter Notebook, ele oferece suporte a mais de 40 linguagens de programação,</a:t>
            </a:r>
            <a:endParaRPr/>
          </a:p>
          <a:p>
            <a:pPr indent="-457200" lvl="0" marL="457200" marR="0" rtl="0" algn="l">
              <a:lnSpc>
                <a:spcPct val="110000"/>
              </a:lnSpc>
              <a:spcBef>
                <a:spcPts val="0"/>
              </a:spcBef>
              <a:spcAft>
                <a:spcPts val="0"/>
              </a:spcAft>
              <a:buClr>
                <a:schemeClr val="lt1"/>
              </a:buClr>
              <a:buSzPts val="2800"/>
              <a:buFont typeface="Arial"/>
              <a:buChar char="•"/>
            </a:pPr>
            <a:r>
              <a:rPr b="1" i="0" lang="en-US" sz="2800" u="none" cap="none" strike="noStrike">
                <a:solidFill>
                  <a:schemeClr val="lt1"/>
                </a:solidFill>
                <a:latin typeface="IBM Plex Sans Light"/>
                <a:ea typeface="IBM Plex Sans Light"/>
                <a:cs typeface="IBM Plex Sans Light"/>
                <a:sym typeface="IBM Plex Sans Light"/>
              </a:rPr>
              <a:t>Rich Text e Markdown</a:t>
            </a:r>
            <a:r>
              <a:rPr b="0" i="0" lang="en-US" sz="2800" u="none" cap="none" strike="noStrike">
                <a:solidFill>
                  <a:schemeClr val="lt1"/>
                </a:solidFill>
                <a:latin typeface="IBM Plex Sans Light"/>
                <a:ea typeface="IBM Plex Sans Light"/>
                <a:cs typeface="IBM Plex Sans Light"/>
                <a:sym typeface="IBM Plex Sans Light"/>
              </a:rPr>
              <a:t>: você pode incluir explicações detalhadas, equações matemáticas e formatação usando Markdown, uma linguagem de marcação simples.</a:t>
            </a:r>
            <a:endParaRPr/>
          </a:p>
          <a:p>
            <a:pPr indent="-457200" lvl="0" marL="457200" marR="0" rtl="0" algn="l">
              <a:lnSpc>
                <a:spcPct val="110000"/>
              </a:lnSpc>
              <a:spcBef>
                <a:spcPts val="0"/>
              </a:spcBef>
              <a:spcAft>
                <a:spcPts val="0"/>
              </a:spcAft>
              <a:buClr>
                <a:schemeClr val="lt1"/>
              </a:buClr>
              <a:buSzPts val="2800"/>
              <a:buFont typeface="Arial"/>
              <a:buChar char="•"/>
            </a:pPr>
            <a:r>
              <a:rPr b="1" i="0" lang="en-US" sz="2800" u="none" cap="none" strike="noStrike">
                <a:solidFill>
                  <a:schemeClr val="lt1"/>
                </a:solidFill>
                <a:latin typeface="IBM Plex Sans Light"/>
                <a:ea typeface="IBM Plex Sans Light"/>
                <a:cs typeface="IBM Plex Sans Light"/>
                <a:sym typeface="IBM Plex Sans Light"/>
              </a:rPr>
              <a:t>Visualizações</a:t>
            </a:r>
            <a:r>
              <a:rPr b="0" i="0" lang="en-US" sz="2800" u="none" cap="none" strike="noStrike">
                <a:solidFill>
                  <a:schemeClr val="lt1"/>
                </a:solidFill>
                <a:latin typeface="IBM Plex Sans Light"/>
                <a:ea typeface="IBM Plex Sans Light"/>
                <a:cs typeface="IBM Plex Sans Light"/>
                <a:sym typeface="IBM Plex Sans Light"/>
              </a:rPr>
              <a:t>: o Jupyter Notebook integra-se perfeitamente com bibliotecas populares de visualização de dados, como Matplotlib, Seaborn e Plotly. Isso significa que você pode criar gráficos, tabelas e plotagens impressionantes diretamente em seu notebook.</a:t>
            </a:r>
            <a:endParaRPr/>
          </a:p>
          <a:p>
            <a:pPr indent="-457200" lvl="0" marL="457200" marR="0" rtl="0" algn="l">
              <a:lnSpc>
                <a:spcPct val="110000"/>
              </a:lnSpc>
              <a:spcBef>
                <a:spcPts val="0"/>
              </a:spcBef>
              <a:spcAft>
                <a:spcPts val="0"/>
              </a:spcAft>
              <a:buClr>
                <a:schemeClr val="lt1"/>
              </a:buClr>
              <a:buSzPts val="2800"/>
              <a:buFont typeface="Arial"/>
              <a:buChar char="•"/>
            </a:pPr>
            <a:r>
              <a:rPr b="1" i="0" lang="en-US" sz="2800" u="none" cap="none" strike="noStrike">
                <a:solidFill>
                  <a:schemeClr val="lt1"/>
                </a:solidFill>
                <a:latin typeface="IBM Plex Sans Light"/>
                <a:ea typeface="IBM Plex Sans Light"/>
                <a:cs typeface="IBM Plex Sans Light"/>
                <a:sym typeface="IBM Plex Sans Light"/>
              </a:rPr>
              <a:t>Multimídia</a:t>
            </a:r>
            <a:r>
              <a:rPr b="0" i="0" lang="en-US" sz="2800" u="none" cap="none" strike="noStrike">
                <a:solidFill>
                  <a:schemeClr val="lt1"/>
                </a:solidFill>
                <a:latin typeface="IBM Plex Sans Light"/>
                <a:ea typeface="IBM Plex Sans Light"/>
                <a:cs typeface="IBM Plex Sans Light"/>
                <a:sym typeface="IBM Plex Sans Light"/>
              </a:rPr>
              <a:t>: incorpore imagens, vídeos, widgets interativos e até páginas da web inteiras em seus blocos de anotações para enriquecer seu trabalho e torná-lo mais envolvente.</a:t>
            </a:r>
            <a:endParaRPr/>
          </a:p>
          <a:p>
            <a:pPr indent="-457200" lvl="0" marL="457200" marR="0" rtl="0" algn="l">
              <a:lnSpc>
                <a:spcPct val="110000"/>
              </a:lnSpc>
              <a:spcBef>
                <a:spcPts val="0"/>
              </a:spcBef>
              <a:spcAft>
                <a:spcPts val="0"/>
              </a:spcAft>
              <a:buClr>
                <a:schemeClr val="lt1"/>
              </a:buClr>
              <a:buSzPts val="2800"/>
              <a:buFont typeface="Arial"/>
              <a:buChar char="•"/>
            </a:pPr>
            <a:r>
              <a:rPr b="1" i="0" lang="en-US" sz="2800" u="none" cap="none" strike="noStrike">
                <a:solidFill>
                  <a:schemeClr val="lt1"/>
                </a:solidFill>
                <a:latin typeface="IBM Plex Sans Light"/>
                <a:ea typeface="IBM Plex Sans Light"/>
                <a:cs typeface="IBM Plex Sans Light"/>
                <a:sym typeface="IBM Plex Sans Light"/>
              </a:rPr>
              <a:t>Compartilhamento e colaboração: </a:t>
            </a:r>
            <a:r>
              <a:rPr b="0" i="0" lang="en-US" sz="2800" u="none" cap="none" strike="noStrike">
                <a:solidFill>
                  <a:schemeClr val="lt1"/>
                </a:solidFill>
                <a:latin typeface="IBM Plex Sans Light"/>
                <a:ea typeface="IBM Plex Sans Light"/>
                <a:cs typeface="IBM Plex Sans Light"/>
                <a:sym typeface="IBM Plex Sans Light"/>
              </a:rPr>
              <a:t>compartilhe facilmente seus blocos de anotações com outras pessoas. Os arquivos do Jupyter Notebook podem ser visualizados online ou convertidos em vários formatos (como PDFs ou HTML) para distribuição mais ampla.</a:t>
            </a:r>
            <a:endParaRPr/>
          </a:p>
        </p:txBody>
      </p:sp>
      <p:sp>
        <p:nvSpPr>
          <p:cNvPr id="535" name="Google Shape;535;p16"/>
          <p:cNvSpPr txBox="1"/>
          <p:nvPr>
            <p:ph type="title"/>
          </p:nvPr>
        </p:nvSpPr>
        <p:spPr>
          <a:xfrm>
            <a:off x="576072" y="385200"/>
            <a:ext cx="18429104"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Jupyter Notebook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17"/>
          <p:cNvSpPr txBox="1"/>
          <p:nvPr>
            <p:ph type="title"/>
          </p:nvPr>
        </p:nvSpPr>
        <p:spPr>
          <a:xfrm>
            <a:off x="576072" y="385200"/>
            <a:ext cx="12012168"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 - Provisionamento</a:t>
            </a:r>
            <a:endParaRPr/>
          </a:p>
        </p:txBody>
      </p:sp>
      <p:sp>
        <p:nvSpPr>
          <p:cNvPr id="542" name="Google Shape;542;p17"/>
          <p:cNvSpPr txBox="1"/>
          <p:nvPr/>
        </p:nvSpPr>
        <p:spPr>
          <a:xfrm>
            <a:off x="1097280" y="1556464"/>
            <a:ext cx="22713823"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a:solidFill>
                  <a:srgbClr val="000000"/>
                </a:solidFill>
                <a:highlight>
                  <a:srgbClr val="FFFFFF"/>
                </a:highlight>
                <a:latin typeface="Arial"/>
                <a:ea typeface="Arial"/>
                <a:cs typeface="Arial"/>
                <a:sym typeface="Arial"/>
              </a:rPr>
              <a:t>IBM Technology Zone</a:t>
            </a:r>
            <a:r>
              <a:rPr b="0" i="0" lang="en-US" sz="1800">
                <a:solidFill>
                  <a:srgbClr val="000000"/>
                </a:solidFill>
                <a:highlight>
                  <a:srgbClr val="FFFFFF"/>
                </a:highlight>
                <a:latin typeface="Arial"/>
                <a:ea typeface="Arial"/>
                <a:cs typeface="Arial"/>
                <a:sym typeface="Arial"/>
              </a:rPr>
              <a:t> é o lugar para construir, customizar e compartilhar ambientes não produtivos com tecnologia IBM que resolvem problemas reais de clientes para mostrar o valor da IBM. </a:t>
            </a:r>
            <a:r>
              <a:rPr lang="en-US" sz="1800">
                <a:solidFill>
                  <a:srgbClr val="000000"/>
                </a:solidFill>
                <a:highlight>
                  <a:srgbClr val="FFFFFF"/>
                </a:highlight>
                <a:latin typeface="Arial"/>
                <a:ea typeface="Arial"/>
                <a:cs typeface="Arial"/>
                <a:sym typeface="Arial"/>
              </a:rPr>
              <a:t>O provisionamento inicia com a opção “base de imagens certificadas” e logo após a escolha de um dos componentes da plataforma do watsonx e necessária para efetuar a reserva do ambiente. A confirmação do ambiente pronto é enviada por email onde deve ser associada a conta criada à conta do usuário na IBM Cloud.</a:t>
            </a:r>
            <a:endParaRPr sz="1800">
              <a:solidFill>
                <a:schemeClr val="lt1"/>
              </a:solidFill>
              <a:highlight>
                <a:srgbClr val="FFFFFF"/>
              </a:highlight>
              <a:latin typeface="IBM Plex Sans Light"/>
              <a:ea typeface="IBM Plex Sans Light"/>
              <a:cs typeface="IBM Plex Sans Light"/>
              <a:sym typeface="IBM Plex Sans Light"/>
            </a:endParaRPr>
          </a:p>
          <a:p>
            <a:pPr indent="0" lvl="0" marL="0" marR="0" rtl="0" algn="just">
              <a:spcBef>
                <a:spcPts val="0"/>
              </a:spcBef>
              <a:spcAft>
                <a:spcPts val="0"/>
              </a:spcAft>
              <a:buNone/>
            </a:pPr>
            <a:r>
              <a:t/>
            </a:r>
            <a:endParaRPr sz="1800">
              <a:solidFill>
                <a:schemeClr val="lt1"/>
              </a:solidFill>
              <a:latin typeface="IBM Plex Sans Light"/>
              <a:ea typeface="IBM Plex Sans Light"/>
              <a:cs typeface="IBM Plex Sans Light"/>
              <a:sym typeface="IBM Plex Sans Light"/>
            </a:endParaRPr>
          </a:p>
        </p:txBody>
      </p:sp>
      <p:pic>
        <p:nvPicPr>
          <p:cNvPr descr="Interface gráfica do usuário, Texto&#10;&#10;Descrição gerada automaticamente" id="543" name="Google Shape;543;p17"/>
          <p:cNvPicPr preferRelativeResize="0"/>
          <p:nvPr/>
        </p:nvPicPr>
        <p:blipFill rotWithShape="1">
          <a:blip r:embed="rId3">
            <a:alphaModFix/>
          </a:blip>
          <a:srcRect b="0" l="0" r="0" t="0"/>
          <a:stretch/>
        </p:blipFill>
        <p:spPr>
          <a:xfrm>
            <a:off x="6555157" y="3113444"/>
            <a:ext cx="8365840" cy="8661371"/>
          </a:xfrm>
          <a:prstGeom prst="rect">
            <a:avLst/>
          </a:prstGeom>
          <a:noFill/>
          <a:ln>
            <a:noFill/>
          </a:ln>
        </p:spPr>
      </p:pic>
      <p:pic>
        <p:nvPicPr>
          <p:cNvPr id="544" name="Google Shape;544;p17"/>
          <p:cNvPicPr preferRelativeResize="0"/>
          <p:nvPr/>
        </p:nvPicPr>
        <p:blipFill rotWithShape="1">
          <a:blip r:embed="rId4">
            <a:alphaModFix/>
          </a:blip>
          <a:srcRect b="0" l="0" r="0" t="0"/>
          <a:stretch/>
        </p:blipFill>
        <p:spPr>
          <a:xfrm>
            <a:off x="5473624" y="4361337"/>
            <a:ext cx="12878487" cy="5976211"/>
          </a:xfrm>
          <a:prstGeom prst="rect">
            <a:avLst/>
          </a:prstGeom>
          <a:noFill/>
          <a:ln>
            <a:noFill/>
          </a:ln>
        </p:spPr>
      </p:pic>
      <p:pic>
        <p:nvPicPr>
          <p:cNvPr id="545" name="Google Shape;545;p17"/>
          <p:cNvPicPr preferRelativeResize="0"/>
          <p:nvPr/>
        </p:nvPicPr>
        <p:blipFill rotWithShape="1">
          <a:blip r:embed="rId5">
            <a:alphaModFix/>
          </a:blip>
          <a:srcRect b="0" l="0" r="0" t="0"/>
          <a:stretch/>
        </p:blipFill>
        <p:spPr>
          <a:xfrm>
            <a:off x="4329323" y="3113443"/>
            <a:ext cx="14497376" cy="8661371"/>
          </a:xfrm>
          <a:prstGeom prst="rect">
            <a:avLst/>
          </a:prstGeom>
          <a:noFill/>
          <a:ln>
            <a:noFill/>
          </a:ln>
        </p:spPr>
      </p:pic>
      <p:pic>
        <p:nvPicPr>
          <p:cNvPr id="546" name="Google Shape;546;p17"/>
          <p:cNvPicPr preferRelativeResize="0"/>
          <p:nvPr/>
        </p:nvPicPr>
        <p:blipFill rotWithShape="1">
          <a:blip r:embed="rId6">
            <a:alphaModFix/>
          </a:blip>
          <a:srcRect b="0" l="0" r="0" t="0"/>
          <a:stretch/>
        </p:blipFill>
        <p:spPr>
          <a:xfrm>
            <a:off x="4152750" y="2550785"/>
            <a:ext cx="14624994" cy="10869926"/>
          </a:xfrm>
          <a:prstGeom prst="rect">
            <a:avLst/>
          </a:prstGeom>
          <a:noFill/>
          <a:ln>
            <a:noFill/>
          </a:ln>
        </p:spPr>
      </p:pic>
      <p:pic>
        <p:nvPicPr>
          <p:cNvPr id="547" name="Google Shape;547;p17"/>
          <p:cNvPicPr preferRelativeResize="0"/>
          <p:nvPr/>
        </p:nvPicPr>
        <p:blipFill rotWithShape="1">
          <a:blip r:embed="rId7">
            <a:alphaModFix/>
          </a:blip>
          <a:srcRect b="0" l="0" r="0" t="0"/>
          <a:stretch/>
        </p:blipFill>
        <p:spPr>
          <a:xfrm>
            <a:off x="1447373" y="2550785"/>
            <a:ext cx="21492428" cy="10616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4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18"/>
          <p:cNvSpPr txBox="1"/>
          <p:nvPr>
            <p:ph type="title"/>
          </p:nvPr>
        </p:nvSpPr>
        <p:spPr>
          <a:xfrm>
            <a:off x="576072" y="385200"/>
            <a:ext cx="12012168"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watson</a:t>
            </a:r>
            <a:r>
              <a:rPr b="1" lang="en-US">
                <a:solidFill>
                  <a:srgbClr val="0F62FE"/>
                </a:solidFill>
                <a:latin typeface="IBM Plex Sans"/>
                <a:ea typeface="IBM Plex Sans"/>
                <a:cs typeface="IBM Plex Sans"/>
                <a:sym typeface="IBM Plex Sans"/>
              </a:rPr>
              <a:t>x</a:t>
            </a:r>
            <a:r>
              <a:rPr b="1" lang="en-US">
                <a:solidFill>
                  <a:schemeClr val="lt1"/>
                </a:solidFill>
                <a:latin typeface="IBM Plex Sans"/>
                <a:ea typeface="IBM Plex Sans"/>
                <a:cs typeface="IBM Plex Sans"/>
                <a:sym typeface="IBM Plex Sans"/>
              </a:rPr>
              <a:t>.</a:t>
            </a:r>
            <a:r>
              <a:rPr lang="en-US">
                <a:solidFill>
                  <a:schemeClr val="lt1"/>
                </a:solidFill>
                <a:latin typeface="IBM Plex Sans"/>
                <a:ea typeface="IBM Plex Sans"/>
                <a:cs typeface="IBM Plex Sans"/>
                <a:sym typeface="IBM Plex Sans"/>
              </a:rPr>
              <a:t>ai - Provisionamento</a:t>
            </a:r>
            <a:endParaRPr/>
          </a:p>
        </p:txBody>
      </p:sp>
      <p:pic>
        <p:nvPicPr>
          <p:cNvPr id="554" name="Google Shape;554;p18"/>
          <p:cNvPicPr preferRelativeResize="0"/>
          <p:nvPr/>
        </p:nvPicPr>
        <p:blipFill rotWithShape="1">
          <a:blip r:embed="rId3">
            <a:alphaModFix/>
          </a:blip>
          <a:srcRect b="0" l="0" r="0" t="0"/>
          <a:stretch/>
        </p:blipFill>
        <p:spPr>
          <a:xfrm>
            <a:off x="5507321" y="3073079"/>
            <a:ext cx="15350069" cy="9387824"/>
          </a:xfrm>
          <a:prstGeom prst="rect">
            <a:avLst/>
          </a:prstGeom>
          <a:noFill/>
          <a:ln>
            <a:noFill/>
          </a:ln>
        </p:spPr>
      </p:pic>
      <p:pic>
        <p:nvPicPr>
          <p:cNvPr id="555" name="Google Shape;555;p18"/>
          <p:cNvPicPr preferRelativeResize="0"/>
          <p:nvPr/>
        </p:nvPicPr>
        <p:blipFill rotWithShape="1">
          <a:blip r:embed="rId4">
            <a:alphaModFix/>
          </a:blip>
          <a:srcRect b="0" l="0" r="0" t="0"/>
          <a:stretch/>
        </p:blipFill>
        <p:spPr>
          <a:xfrm>
            <a:off x="7629829" y="5853212"/>
            <a:ext cx="11200155" cy="4054484"/>
          </a:xfrm>
          <a:prstGeom prst="rect">
            <a:avLst/>
          </a:prstGeom>
          <a:noFill/>
          <a:ln>
            <a:noFill/>
          </a:ln>
        </p:spPr>
      </p:pic>
      <p:pic>
        <p:nvPicPr>
          <p:cNvPr id="556" name="Google Shape;556;p18"/>
          <p:cNvPicPr preferRelativeResize="0"/>
          <p:nvPr/>
        </p:nvPicPr>
        <p:blipFill rotWithShape="1">
          <a:blip r:embed="rId5">
            <a:alphaModFix/>
          </a:blip>
          <a:srcRect b="0" l="0" r="0" t="0"/>
          <a:stretch/>
        </p:blipFill>
        <p:spPr>
          <a:xfrm>
            <a:off x="3290289" y="2392352"/>
            <a:ext cx="17567102" cy="10592128"/>
          </a:xfrm>
          <a:prstGeom prst="rect">
            <a:avLst/>
          </a:prstGeom>
          <a:noFill/>
          <a:ln>
            <a:noFill/>
          </a:ln>
        </p:spPr>
      </p:pic>
      <p:pic>
        <p:nvPicPr>
          <p:cNvPr id="557" name="Google Shape;557;p18"/>
          <p:cNvPicPr preferRelativeResize="0"/>
          <p:nvPr/>
        </p:nvPicPr>
        <p:blipFill rotWithShape="1">
          <a:blip r:embed="rId6">
            <a:alphaModFix/>
          </a:blip>
          <a:srcRect b="0" l="0" r="0" t="0"/>
          <a:stretch/>
        </p:blipFill>
        <p:spPr>
          <a:xfrm>
            <a:off x="3351248" y="2331391"/>
            <a:ext cx="17567102" cy="10797823"/>
          </a:xfrm>
          <a:prstGeom prst="rect">
            <a:avLst/>
          </a:prstGeom>
          <a:noFill/>
          <a:ln>
            <a:noFill/>
          </a:ln>
        </p:spPr>
      </p:pic>
      <p:sp>
        <p:nvSpPr>
          <p:cNvPr id="558" name="Google Shape;558;p18"/>
          <p:cNvSpPr txBox="1"/>
          <p:nvPr/>
        </p:nvSpPr>
        <p:spPr>
          <a:xfrm>
            <a:off x="1097280" y="1556464"/>
            <a:ext cx="22713823"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a:solidFill>
                  <a:srgbClr val="000000"/>
                </a:solidFill>
                <a:highlight>
                  <a:srgbClr val="FFFFFF"/>
                </a:highlight>
                <a:latin typeface="Arial"/>
                <a:ea typeface="Arial"/>
                <a:cs typeface="Arial"/>
                <a:sym typeface="Arial"/>
              </a:rPr>
              <a:t>IBM watsonx serviice </a:t>
            </a:r>
            <a:r>
              <a:rPr i="0" lang="en-US" sz="1800">
                <a:solidFill>
                  <a:srgbClr val="000000"/>
                </a:solidFill>
                <a:highlight>
                  <a:srgbClr val="FFFFFF"/>
                </a:highlight>
                <a:latin typeface="Arial"/>
                <a:ea typeface="Arial"/>
                <a:cs typeface="Arial"/>
                <a:sym typeface="Arial"/>
              </a:rPr>
              <a:t>dispõe de uma </a:t>
            </a:r>
            <a:r>
              <a:rPr lang="en-US" sz="1800">
                <a:solidFill>
                  <a:schemeClr val="lt1"/>
                </a:solidFill>
                <a:latin typeface="Arial"/>
                <a:ea typeface="Arial"/>
                <a:cs typeface="Arial"/>
                <a:sym typeface="Arial"/>
              </a:rPr>
              <a:t>arquitetura também pode ser usada como parte de uma solução maior, onde é incluída em uma pilha de outros componentes</a:t>
            </a:r>
            <a:r>
              <a:rPr lang="en-US" sz="1050">
                <a:solidFill>
                  <a:schemeClr val="lt1"/>
                </a:solidFill>
                <a:latin typeface="IBM Plex Sans Light"/>
                <a:ea typeface="IBM Plex Sans Light"/>
                <a:cs typeface="IBM Plex Sans Light"/>
                <a:sym typeface="IBM Plex Sans Light"/>
              </a:rPr>
              <a:t> na cloud </a:t>
            </a:r>
            <a:endParaRPr sz="1800">
              <a:solidFill>
                <a:schemeClr val="lt1"/>
              </a:solidFill>
              <a:latin typeface="IBM Plex Sans Light"/>
              <a:ea typeface="IBM Plex Sans Light"/>
              <a:cs typeface="IBM Plex Sans Light"/>
              <a:sym typeface="IBM Plex Sans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9"/>
          <p:cNvSpPr/>
          <p:nvPr/>
        </p:nvSpPr>
        <p:spPr>
          <a:xfrm>
            <a:off x="12193587" y="1787"/>
            <a:ext cx="12193589" cy="13714213"/>
          </a:xfrm>
          <a:prstGeom prst="rect">
            <a:avLst/>
          </a:prstGeom>
          <a:solidFill>
            <a:srgbClr val="E5F6FF"/>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sz="1400">
              <a:solidFill>
                <a:srgbClr val="FFFFFF"/>
              </a:solidFill>
              <a:latin typeface="IBM Plex Sans Light"/>
              <a:ea typeface="IBM Plex Sans Light"/>
              <a:cs typeface="IBM Plex Sans Light"/>
              <a:sym typeface="IBM Plex Sans Light"/>
            </a:endParaRPr>
          </a:p>
        </p:txBody>
      </p:sp>
      <p:sp>
        <p:nvSpPr>
          <p:cNvPr id="565" name="Google Shape;565;p19"/>
          <p:cNvSpPr txBox="1"/>
          <p:nvPr>
            <p:ph type="title"/>
          </p:nvPr>
        </p:nvSpPr>
        <p:spPr>
          <a:xfrm>
            <a:off x="12763500" y="5048083"/>
            <a:ext cx="11309074" cy="9217451"/>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7000"/>
              <a:buFont typeface="IBM Plex Sans"/>
              <a:buNone/>
            </a:pPr>
            <a:r>
              <a:rPr lang="en-US" sz="7000">
                <a:latin typeface="IBM Plex Sans"/>
                <a:ea typeface="IBM Plex Sans"/>
                <a:cs typeface="IBM Plex Sans"/>
                <a:sym typeface="IBM Plex Sans"/>
              </a:rPr>
              <a:t>... Demo</a:t>
            </a:r>
            <a:endParaRPr sz="7000">
              <a:solidFill>
                <a:srgbClr val="0F62FE"/>
              </a:solidFill>
              <a:latin typeface="IBM Plex Sans"/>
              <a:ea typeface="IBM Plex Sans"/>
              <a:cs typeface="IBM Plex Sans"/>
              <a:sym typeface="IBM Plex Sans"/>
            </a:endParaRPr>
          </a:p>
        </p:txBody>
      </p:sp>
      <p:sp>
        <p:nvSpPr>
          <p:cNvPr id="566" name="Google Shape;566;p19"/>
          <p:cNvSpPr txBox="1"/>
          <p:nvPr/>
        </p:nvSpPr>
        <p:spPr>
          <a:xfrm>
            <a:off x="577850" y="577850"/>
            <a:ext cx="10873589" cy="3922101"/>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F62FE"/>
              </a:buClr>
              <a:buSzPts val="7000"/>
              <a:buFont typeface="IBM Plex Sans"/>
              <a:buNone/>
            </a:pPr>
            <a:r>
              <a:rPr b="0" i="0" lang="en-US" sz="7000" u="none" cap="none" strike="noStrike">
                <a:solidFill>
                  <a:srgbClr val="0F62FE"/>
                </a:solidFill>
                <a:latin typeface="IBM Plex Sans"/>
                <a:ea typeface="IBM Plex Sans"/>
                <a:cs typeface="IBM Plex Sans"/>
                <a:sym typeface="IBM Plex Sans"/>
              </a:rPr>
              <a:t>Live</a:t>
            </a:r>
            <a:endParaRPr b="0" i="0" sz="70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1" name="Shape 571"/>
        <p:cNvGrpSpPr/>
        <p:nvPr/>
      </p:nvGrpSpPr>
      <p:grpSpPr>
        <a:xfrm>
          <a:off x="0" y="0"/>
          <a:ext cx="0" cy="0"/>
          <a:chOff x="0" y="0"/>
          <a:chExt cx="0" cy="0"/>
        </a:xfrm>
      </p:grpSpPr>
      <p:sp>
        <p:nvSpPr>
          <p:cNvPr id="572" name="Google Shape;572;p20"/>
          <p:cNvSpPr txBox="1"/>
          <p:nvPr>
            <p:ph type="title"/>
          </p:nvPr>
        </p:nvSpPr>
        <p:spPr>
          <a:xfrm>
            <a:off x="576072" y="385200"/>
            <a:ext cx="18839688" cy="152704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6400"/>
              <a:buFont typeface="IBM Plex Sans"/>
              <a:buNone/>
            </a:pPr>
            <a:r>
              <a:rPr b="1" lang="en-US">
                <a:latin typeface="IBM Plex Sans"/>
                <a:ea typeface="IBM Plex Sans"/>
                <a:cs typeface="IBM Plex Sans"/>
                <a:sym typeface="IBM Plex Sans"/>
              </a:rPr>
              <a:t>IBM Consulting Advantage</a:t>
            </a:r>
            <a:r>
              <a:rPr lang="en-US">
                <a:solidFill>
                  <a:schemeClr val="lt1"/>
                </a:solidFill>
                <a:latin typeface="IBM Plex Sans"/>
                <a:ea typeface="IBM Plex Sans"/>
                <a:cs typeface="IBM Plex Sans"/>
                <a:sym typeface="IBM Plex Sans"/>
              </a:rPr>
              <a:t> - Provisionamento</a:t>
            </a:r>
            <a:endParaRPr/>
          </a:p>
        </p:txBody>
      </p:sp>
      <p:sp>
        <p:nvSpPr>
          <p:cNvPr id="573" name="Google Shape;573;p20"/>
          <p:cNvSpPr txBox="1"/>
          <p:nvPr/>
        </p:nvSpPr>
        <p:spPr>
          <a:xfrm>
            <a:off x="1097280" y="1556464"/>
            <a:ext cx="22713823"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a:solidFill>
                  <a:srgbClr val="000000"/>
                </a:solidFill>
                <a:highlight>
                  <a:srgbClr val="FFFFFF"/>
                </a:highlight>
                <a:latin typeface="Arial"/>
                <a:ea typeface="Arial"/>
                <a:cs typeface="Arial"/>
                <a:sym typeface="Arial"/>
              </a:rPr>
              <a:t>ICA </a:t>
            </a:r>
            <a:r>
              <a:rPr b="0" i="0" lang="en-US" sz="1800" u="none" strike="noStrike">
                <a:solidFill>
                  <a:srgbClr val="000000"/>
                </a:solidFill>
                <a:latin typeface="Quattrocento Sans"/>
                <a:ea typeface="Quattrocento Sans"/>
                <a:cs typeface="Quattrocento Sans"/>
                <a:sym typeface="Quattrocento Sans"/>
              </a:rPr>
              <a:t>reúne ativos, assistentes e métodos de IA em uma plataforma central, para que possamos entregar com consistência, repetibilidade, maior qualidade e velocidade para nossos clientes</a:t>
            </a:r>
            <a:endParaRPr sz="1800">
              <a:solidFill>
                <a:schemeClr val="lt1"/>
              </a:solidFill>
              <a:latin typeface="IBM Plex Sans Light"/>
              <a:ea typeface="IBM Plex Sans Light"/>
              <a:cs typeface="IBM Plex Sans Light"/>
              <a:sym typeface="IBM Plex Sans Light"/>
            </a:endParaRPr>
          </a:p>
        </p:txBody>
      </p:sp>
      <p:pic>
        <p:nvPicPr>
          <p:cNvPr descr="Interface gráfica do usuário, Aplicativo&#10;&#10;Descrição gerada automaticamente" id="574" name="Google Shape;574;p20"/>
          <p:cNvPicPr preferRelativeResize="0"/>
          <p:nvPr/>
        </p:nvPicPr>
        <p:blipFill rotWithShape="1">
          <a:blip r:embed="rId3">
            <a:alphaModFix/>
          </a:blip>
          <a:srcRect b="0" l="0" r="0" t="0"/>
          <a:stretch/>
        </p:blipFill>
        <p:spPr>
          <a:xfrm>
            <a:off x="3414629" y="3566160"/>
            <a:ext cx="14506893" cy="8286031"/>
          </a:xfrm>
          <a:prstGeom prst="rect">
            <a:avLst/>
          </a:prstGeom>
          <a:noFill/>
          <a:ln>
            <a:noFill/>
          </a:ln>
        </p:spPr>
      </p:pic>
      <p:pic>
        <p:nvPicPr>
          <p:cNvPr descr="Interface gráfica do usuário, Texto, Aplicativo&#10;&#10;Descrição gerada automaticamente" id="575" name="Google Shape;575;p20"/>
          <p:cNvPicPr preferRelativeResize="0"/>
          <p:nvPr/>
        </p:nvPicPr>
        <p:blipFill rotWithShape="1">
          <a:blip r:embed="rId4">
            <a:alphaModFix/>
          </a:blip>
          <a:srcRect b="0" l="0" r="0" t="0"/>
          <a:stretch/>
        </p:blipFill>
        <p:spPr>
          <a:xfrm>
            <a:off x="3414629" y="3552612"/>
            <a:ext cx="14624714" cy="82860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2"/>
          <p:cNvSpPr txBox="1"/>
          <p:nvPr/>
        </p:nvSpPr>
        <p:spPr>
          <a:xfrm>
            <a:off x="2254102" y="1339701"/>
            <a:ext cx="21031200" cy="11823405"/>
          </a:xfrm>
          <a:prstGeom prst="rect">
            <a:avLst/>
          </a:prstGeom>
          <a:noFill/>
          <a:ln>
            <a:noFill/>
          </a:ln>
        </p:spPr>
        <p:txBody>
          <a:bodyPr anchorCtr="0" anchor="t" bIns="0" lIns="0" spcFirstLastPara="1" rIns="0" wrap="square" tIns="0">
            <a:noAutofit/>
          </a:bodyPr>
          <a:lstStyle/>
          <a:p>
            <a:pPr indent="-457200" lvl="0" marL="457200" marR="0" rtl="0" algn="l">
              <a:spcBef>
                <a:spcPts val="0"/>
              </a:spcBef>
              <a:spcAft>
                <a:spcPts val="0"/>
              </a:spcAft>
              <a:buClr>
                <a:schemeClr val="lt1"/>
              </a:buClr>
              <a:buSzPts val="1800"/>
              <a:buFont typeface="IBM Plex Sans Light"/>
              <a:buAutoNum type="arabicParenR"/>
            </a:pPr>
            <a:r>
              <a:rPr lang="en-US" sz="1800">
                <a:solidFill>
                  <a:schemeClr val="lt1"/>
                </a:solidFill>
                <a:latin typeface="IBM Plex Sans Light"/>
                <a:ea typeface="IBM Plex Sans Light"/>
                <a:cs typeface="IBM Plex Sans Light"/>
                <a:sym typeface="IBM Plex Sans Light"/>
              </a:rPr>
              <a:t>Breve introdução “areas” de AI ( Classification, Prediction, Generation) com exemplos simples.</a:t>
            </a:r>
            <a:endParaRPr/>
          </a:p>
          <a:p>
            <a:pPr indent="-457200" lvl="0" marL="457200" marR="0" rtl="0" algn="l">
              <a:spcBef>
                <a:spcPts val="0"/>
              </a:spcBef>
              <a:spcAft>
                <a:spcPts val="0"/>
              </a:spcAft>
              <a:buClr>
                <a:schemeClr val="lt1"/>
              </a:buClr>
              <a:buSzPts val="1800"/>
              <a:buFont typeface="IBM Plex Sans Light"/>
              <a:buAutoNum type="arabicParenR"/>
            </a:pPr>
            <a:r>
              <a:rPr lang="en-US" sz="1800">
                <a:solidFill>
                  <a:schemeClr val="lt1"/>
                </a:solidFill>
                <a:latin typeface="IBM Plex Sans Light"/>
                <a:ea typeface="IBM Plex Sans Light"/>
                <a:cs typeface="IBM Plex Sans Light"/>
                <a:sym typeface="IBM Plex Sans Light"/>
              </a:rPr>
              <a:t>IA generativa</a:t>
            </a:r>
            <a:endParaRPr sz="1800">
              <a:solidFill>
                <a:schemeClr val="lt1"/>
              </a:solidFill>
              <a:latin typeface="IBM Plex Sans Light"/>
              <a:ea typeface="IBM Plex Sans Light"/>
              <a:cs typeface="IBM Plex Sans Light"/>
              <a:sym typeface="IBM Plex Sans Light"/>
            </a:endParaRPr>
          </a:p>
          <a:p>
            <a:pPr indent="0" lvl="1" marL="914687"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IA generativa é um tipo de inteligência artificial que pode criar novos conteúdos, como texto, imagens, música ou vídeos</a:t>
            </a:r>
            <a:endParaRPr b="0" i="0" sz="1800" u="none" cap="none" strike="noStrike">
              <a:solidFill>
                <a:schemeClr val="lt1"/>
              </a:solidFill>
              <a:latin typeface="IBM Plex Sans Light"/>
              <a:ea typeface="IBM Plex Sans Light"/>
              <a:cs typeface="IBM Plex Sans Light"/>
              <a:sym typeface="IBM Plex Sans Light"/>
            </a:endParaRPr>
          </a:p>
          <a:p>
            <a:pPr indent="0" lvl="1" marL="914687"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Modelos treinados com grandes conjuntos de dados de conteúdo existente e depois usando esse conhecimento para gerar novo conteúdo  </a:t>
            </a:r>
            <a:endParaRPr/>
          </a:p>
          <a:p>
            <a:pPr indent="0" lvl="1" marL="914687"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A IA generativa tem uma ampla gama de aplicações potenciais, incluindo:</a:t>
            </a:r>
            <a:endParaRPr/>
          </a:p>
          <a:p>
            <a:pPr indent="0" lvl="2" marL="1829379"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Criação de conteúdo:  como artigos, blogs, postagens, ou até mesmo livros inteiros.</a:t>
            </a:r>
            <a:endParaRPr/>
          </a:p>
          <a:p>
            <a:pPr indent="0" lvl="2" marL="1829379"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Aumento de dados: a IA generativa pode ser usada para aumentar conjuntos de dados existentes criando novos dados semelhantes </a:t>
            </a:r>
            <a:endParaRPr/>
          </a:p>
          <a:p>
            <a:pPr indent="0" lvl="2" marL="1829379"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aos dados existentes. Isso pode ser útil para treinar modelos  de aprendizado de máquina.</a:t>
            </a:r>
            <a:endParaRPr/>
          </a:p>
          <a:p>
            <a:pPr indent="0" lvl="2" marL="1829379"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Aplicações criativas: A IA generativa pode ser usada para criar arte, música, vídeos e outros conteúdos criativos.</a:t>
            </a:r>
            <a:endParaRPr/>
          </a:p>
          <a:p>
            <a:pPr indent="0" lvl="2" marL="1829379" marR="0" rtl="0" algn="l">
              <a:spcBef>
                <a:spcPts val="0"/>
              </a:spcBef>
              <a:spcAft>
                <a:spcPts val="0"/>
              </a:spcAft>
              <a:buNone/>
            </a:pPr>
            <a:r>
              <a:rPr b="0" i="0" lang="en-US" sz="1800" u="none" cap="none" strike="noStrike">
                <a:solidFill>
                  <a:schemeClr val="lt1"/>
                </a:solidFill>
                <a:latin typeface="IBM Plex Sans Light"/>
                <a:ea typeface="IBM Plex Sans Light"/>
                <a:cs typeface="IBM Plex Sans Light"/>
                <a:sym typeface="IBM Plex Sans Light"/>
              </a:rPr>
              <a:t>○ Geração de Código: A IA generativa pode ser usada para criar códigos, revisar códigos e sugestão de melhores práticas</a:t>
            </a:r>
            <a:endParaRPr b="0" i="0" sz="1800" u="none" cap="none" strike="noStrike">
              <a:solidFill>
                <a:schemeClr val="lt1"/>
              </a:solidFill>
              <a:latin typeface="IBM Plex Sans Light"/>
              <a:ea typeface="IBM Plex Sans Light"/>
              <a:cs typeface="IBM Plex Sans Light"/>
              <a:sym typeface="IBM Plex Sans Light"/>
            </a:endParaRPr>
          </a:p>
          <a:p>
            <a:pPr indent="0" lvl="2" marL="1829379" marR="0" rtl="0" algn="l">
              <a:spcBef>
                <a:spcPts val="0"/>
              </a:spcBef>
              <a:spcAft>
                <a:spcPts val="0"/>
              </a:spcAft>
              <a:buNone/>
            </a:pPr>
            <a:r>
              <a:t/>
            </a:r>
            <a:endParaRPr b="0" i="0" sz="1800" u="none" cap="none" strike="noStrike">
              <a:solidFill>
                <a:schemeClr val="lt1"/>
              </a:solidFill>
              <a:latin typeface="IBM Plex Sans Light"/>
              <a:ea typeface="IBM Plex Sans Light"/>
              <a:cs typeface="IBM Plex Sans Light"/>
              <a:sym typeface="IBM Plex Sans Light"/>
            </a:endParaRPr>
          </a:p>
          <a:p>
            <a:pPr indent="-457200" lvl="0" marL="457200" marR="0" rtl="0" algn="l">
              <a:spcBef>
                <a:spcPts val="0"/>
              </a:spcBef>
              <a:spcAft>
                <a:spcPts val="0"/>
              </a:spcAft>
              <a:buClr>
                <a:schemeClr val="lt1"/>
              </a:buClr>
              <a:buSzPts val="1800"/>
              <a:buFont typeface="IBM Plex Sans Light"/>
              <a:buAutoNum type="arabicParenR"/>
            </a:pPr>
            <a:r>
              <a:rPr lang="en-US" sz="1800">
                <a:solidFill>
                  <a:schemeClr val="lt1"/>
                </a:solidFill>
                <a:latin typeface="IBM Plex Sans Light"/>
                <a:ea typeface="IBM Plex Sans Light"/>
                <a:cs typeface="IBM Plex Sans Light"/>
                <a:sym typeface="IBM Plex Sans Light"/>
              </a:rPr>
              <a:t>Fala do Consultinb Advantage / BAM </a:t>
            </a:r>
            <a:r>
              <a:rPr b="0" lang="en-US" sz="1800">
                <a:solidFill>
                  <a:srgbClr val="3A3F42"/>
                </a:solidFill>
                <a:highlight>
                  <a:srgbClr val="FFFFFF"/>
                </a:highlight>
                <a:latin typeface="Arial"/>
                <a:ea typeface="Arial"/>
                <a:cs typeface="Arial"/>
                <a:sym typeface="Arial"/>
              </a:rPr>
              <a:t>Google consumer-oriented generative AI tool </a:t>
            </a:r>
            <a:endParaRPr/>
          </a:p>
          <a:p>
            <a:pPr indent="-457200" lvl="0" marL="457200" marR="0" rtl="0" algn="l">
              <a:spcBef>
                <a:spcPts val="0"/>
              </a:spcBef>
              <a:spcAft>
                <a:spcPts val="0"/>
              </a:spcAft>
              <a:buClr>
                <a:schemeClr val="lt1"/>
              </a:buClr>
              <a:buSzPts val="1800"/>
              <a:buFont typeface="IBM Plex Sans Light"/>
              <a:buAutoNum type="arabicParenR"/>
            </a:pPr>
            <a:r>
              <a:rPr lang="en-US" sz="1800" u="sng">
                <a:solidFill>
                  <a:schemeClr val="lt1"/>
                </a:solidFill>
                <a:highlight>
                  <a:srgbClr val="FFFFFF"/>
                </a:highlight>
                <a:latin typeface="IBM Plex Sans Light"/>
                <a:ea typeface="IBM Plex Sans Light"/>
                <a:cs typeface="IBM Plex Sans Light"/>
                <a:sym typeface="IBM Plex Sans Light"/>
                <a:hlinkClick r:id="rId3">
                  <a:extLst>
                    <a:ext uri="{A12FA001-AC4F-418D-AE19-62706E023703}">
                      <ahyp:hlinkClr val="tx"/>
                    </a:ext>
                  </a:extLst>
                </a:hlinkClick>
              </a:rPr>
              <a:t>https://bundles.yourlearning.ibm.com/ibm/ibmc-learning-and-knowledge/#GYGQJQXRGZXY6MJR/NKGEVVENXRXQQ6KY</a:t>
            </a:r>
            <a:r>
              <a:rPr lang="en-US" sz="1800">
                <a:solidFill>
                  <a:srgbClr val="3A3F42"/>
                </a:solidFill>
                <a:highlight>
                  <a:srgbClr val="FFFFFF"/>
                </a:highlight>
                <a:latin typeface="Arial"/>
                <a:ea typeface="Arial"/>
                <a:cs typeface="Arial"/>
                <a:sym typeface="Arial"/>
              </a:rPr>
              <a:t>  - Prompt Engineering with ICA</a:t>
            </a:r>
            <a:endParaRPr sz="1800">
              <a:solidFill>
                <a:schemeClr val="lt1"/>
              </a:solidFill>
              <a:highlight>
                <a:srgbClr val="FFFFFF"/>
              </a:highlight>
              <a:latin typeface="IBM Plex Sans Light"/>
              <a:ea typeface="IBM Plex Sans Light"/>
              <a:cs typeface="IBM Plex Sans Light"/>
              <a:sym typeface="IBM Plex Sans Light"/>
            </a:endParaRPr>
          </a:p>
          <a:p>
            <a:pPr indent="0" lvl="2" marL="1829379" marR="0" rtl="0" algn="l">
              <a:spcBef>
                <a:spcPts val="0"/>
              </a:spcBef>
              <a:spcAft>
                <a:spcPts val="0"/>
              </a:spcAft>
              <a:buNone/>
            </a:pPr>
            <a:r>
              <a:t/>
            </a:r>
            <a:endParaRPr b="0" i="0" sz="2400" u="none" cap="none" strike="noStrike">
              <a:solidFill>
                <a:schemeClr val="lt1"/>
              </a:solidFill>
              <a:latin typeface="IBM Plex Sans Light"/>
              <a:ea typeface="IBM Plex Sans Light"/>
              <a:cs typeface="IBM Plex Sans Light"/>
              <a:sym typeface="IBM Plex Sans Light"/>
            </a:endParaRPr>
          </a:p>
          <a:p>
            <a:pPr indent="0" lvl="2" marL="1829379" marR="0" rtl="0" algn="l">
              <a:spcBef>
                <a:spcPts val="0"/>
              </a:spcBef>
              <a:spcAft>
                <a:spcPts val="0"/>
              </a:spcAft>
              <a:buNone/>
            </a:pPr>
            <a:r>
              <a:t/>
            </a:r>
            <a:endParaRPr b="0" i="0" sz="2400" u="none" cap="none" strike="noStrike">
              <a:solidFill>
                <a:schemeClr val="lt1"/>
              </a:solidFill>
              <a:latin typeface="IBM Plex Sans Light"/>
              <a:ea typeface="IBM Plex Sans Light"/>
              <a:cs typeface="IBM Plex Sans Light"/>
              <a:sym typeface="IBM Plex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BM presentation enablement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2023-01-13T17:40:38Z</dcterms:created>
  <dc:creator>Cailey Giorgi</dc:creator>
</cp:coreProperties>
</file>